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 snapToObjects="1">
      <p:cViewPr varScale="1">
        <p:scale>
          <a:sx n="78" d="100"/>
          <a:sy n="78" d="100"/>
        </p:scale>
        <p:origin x="85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wmya d" userId="a4bfffb291d3b63b" providerId="LiveId" clId="{A7EA9CBE-C74A-4311-AF1E-D5D25DF6A49A}"/>
    <pc:docChg chg="modSld">
      <pc:chgData name="sowmya d" userId="a4bfffb291d3b63b" providerId="LiveId" clId="{A7EA9CBE-C74A-4311-AF1E-D5D25DF6A49A}" dt="2026-10-02T11:09:42.066" v="73" actId="1035"/>
      <pc:docMkLst>
        <pc:docMk/>
      </pc:docMkLst>
      <pc:sldChg chg="modSp mod">
        <pc:chgData name="sowmya d" userId="a4bfffb291d3b63b" providerId="LiveId" clId="{A7EA9CBE-C74A-4311-AF1E-D5D25DF6A49A}" dt="2026-10-02T11:00:40.399" v="5" actId="1036"/>
        <pc:sldMkLst>
          <pc:docMk/>
          <pc:sldMk cId="1290128667" sldId="259"/>
        </pc:sldMkLst>
        <pc:spChg chg="mod">
          <ac:chgData name="sowmya d" userId="a4bfffb291d3b63b" providerId="LiveId" clId="{A7EA9CBE-C74A-4311-AF1E-D5D25DF6A49A}" dt="2026-10-02T11:00:40.399" v="5" actId="1036"/>
          <ac:spMkLst>
            <pc:docMk/>
            <pc:sldMk cId="1290128667" sldId="259"/>
            <ac:spMk id="31" creationId="{00000000-0000-0000-0000-000000000000}"/>
          </ac:spMkLst>
        </pc:spChg>
        <pc:spChg chg="mod">
          <ac:chgData name="sowmya d" userId="a4bfffb291d3b63b" providerId="LiveId" clId="{A7EA9CBE-C74A-4311-AF1E-D5D25DF6A49A}" dt="2026-10-02T11:00:13.815" v="0" actId="207"/>
          <ac:spMkLst>
            <pc:docMk/>
            <pc:sldMk cId="1290128667" sldId="259"/>
            <ac:spMk id="34" creationId="{00000000-0000-0000-0000-000000000000}"/>
          </ac:spMkLst>
        </pc:spChg>
        <pc:spChg chg="mod">
          <ac:chgData name="sowmya d" userId="a4bfffb291d3b63b" providerId="LiveId" clId="{A7EA9CBE-C74A-4311-AF1E-D5D25DF6A49A}" dt="2026-10-02T11:00:21.212" v="1" actId="207"/>
          <ac:spMkLst>
            <pc:docMk/>
            <pc:sldMk cId="1290128667" sldId="259"/>
            <ac:spMk id="35" creationId="{00000000-0000-0000-0000-000000000000}"/>
          </ac:spMkLst>
        </pc:spChg>
        <pc:spChg chg="mod">
          <ac:chgData name="sowmya d" userId="a4bfffb291d3b63b" providerId="LiveId" clId="{A7EA9CBE-C74A-4311-AF1E-D5D25DF6A49A}" dt="2026-10-02T11:00:30.990" v="2" actId="207"/>
          <ac:spMkLst>
            <pc:docMk/>
            <pc:sldMk cId="1290128667" sldId="259"/>
            <ac:spMk id="36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1:11.524" v="9" actId="1036"/>
        <pc:sldMkLst>
          <pc:docMk/>
          <pc:sldMk cId="32015500" sldId="260"/>
        </pc:sldMkLst>
        <pc:spChg chg="mod">
          <ac:chgData name="sowmya d" userId="a4bfffb291d3b63b" providerId="LiveId" clId="{A7EA9CBE-C74A-4311-AF1E-D5D25DF6A49A}" dt="2026-10-02T11:01:11.524" v="9" actId="1036"/>
          <ac:spMkLst>
            <pc:docMk/>
            <pc:sldMk cId="32015500" sldId="260"/>
            <ac:spMk id="39" creationId="{00000000-0000-0000-0000-000000000000}"/>
          </ac:spMkLst>
        </pc:spChg>
        <pc:spChg chg="mod">
          <ac:chgData name="sowmya d" userId="a4bfffb291d3b63b" providerId="LiveId" clId="{A7EA9CBE-C74A-4311-AF1E-D5D25DF6A49A}" dt="2026-10-02T11:00:57.488" v="6" actId="207"/>
          <ac:spMkLst>
            <pc:docMk/>
            <pc:sldMk cId="32015500" sldId="260"/>
            <ac:spMk id="41" creationId="{00000000-0000-0000-0000-000000000000}"/>
          </ac:spMkLst>
        </pc:spChg>
        <pc:spChg chg="mod">
          <ac:chgData name="sowmya d" userId="a4bfffb291d3b63b" providerId="LiveId" clId="{A7EA9CBE-C74A-4311-AF1E-D5D25DF6A49A}" dt="2026-10-02T11:01:04.201" v="7" actId="207"/>
          <ac:spMkLst>
            <pc:docMk/>
            <pc:sldMk cId="32015500" sldId="260"/>
            <ac:spMk id="42" creationId="{00000000-0000-0000-0000-000000000000}"/>
          </ac:spMkLst>
        </pc:spChg>
        <pc:spChg chg="mod">
          <ac:chgData name="sowmya d" userId="a4bfffb291d3b63b" providerId="LiveId" clId="{A7EA9CBE-C74A-4311-AF1E-D5D25DF6A49A}" dt="2026-10-02T11:01:09.271" v="8" actId="207"/>
          <ac:spMkLst>
            <pc:docMk/>
            <pc:sldMk cId="32015500" sldId="260"/>
            <ac:spMk id="43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1:40.850" v="13" actId="207"/>
        <pc:sldMkLst>
          <pc:docMk/>
          <pc:sldMk cId="1412705934" sldId="261"/>
        </pc:sldMkLst>
        <pc:spChg chg="mod">
          <ac:chgData name="sowmya d" userId="a4bfffb291d3b63b" providerId="LiveId" clId="{A7EA9CBE-C74A-4311-AF1E-D5D25DF6A49A}" dt="2026-10-02T11:01:19.868" v="10" actId="207"/>
          <ac:spMkLst>
            <pc:docMk/>
            <pc:sldMk cId="1412705934" sldId="261"/>
            <ac:spMk id="51" creationId="{00000000-0000-0000-0000-000000000000}"/>
          </ac:spMkLst>
        </pc:spChg>
        <pc:spChg chg="mod">
          <ac:chgData name="sowmya d" userId="a4bfffb291d3b63b" providerId="LiveId" clId="{A7EA9CBE-C74A-4311-AF1E-D5D25DF6A49A}" dt="2026-10-02T11:01:24.752" v="11" actId="207"/>
          <ac:spMkLst>
            <pc:docMk/>
            <pc:sldMk cId="1412705934" sldId="261"/>
            <ac:spMk id="52" creationId="{00000000-0000-0000-0000-000000000000}"/>
          </ac:spMkLst>
        </pc:spChg>
        <pc:spChg chg="mod">
          <ac:chgData name="sowmya d" userId="a4bfffb291d3b63b" providerId="LiveId" clId="{A7EA9CBE-C74A-4311-AF1E-D5D25DF6A49A}" dt="2026-10-02T11:01:28.473" v="12" actId="207"/>
          <ac:spMkLst>
            <pc:docMk/>
            <pc:sldMk cId="1412705934" sldId="261"/>
            <ac:spMk id="53" creationId="{00000000-0000-0000-0000-000000000000}"/>
          </ac:spMkLst>
        </pc:spChg>
        <pc:spChg chg="mod">
          <ac:chgData name="sowmya d" userId="a4bfffb291d3b63b" providerId="LiveId" clId="{A7EA9CBE-C74A-4311-AF1E-D5D25DF6A49A}" dt="2026-10-02T11:01:40.850" v="13" actId="207"/>
          <ac:spMkLst>
            <pc:docMk/>
            <pc:sldMk cId="1412705934" sldId="261"/>
            <ac:spMk id="56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2:19.995" v="19" actId="207"/>
        <pc:sldMkLst>
          <pc:docMk/>
          <pc:sldMk cId="1224887243" sldId="262"/>
        </pc:sldMkLst>
        <pc:spChg chg="mod">
          <ac:chgData name="sowmya d" userId="a4bfffb291d3b63b" providerId="LiveId" clId="{A7EA9CBE-C74A-4311-AF1E-D5D25DF6A49A}" dt="2026-10-02T11:01:58.906" v="15" actId="207"/>
          <ac:spMkLst>
            <pc:docMk/>
            <pc:sldMk cId="1224887243" sldId="262"/>
            <ac:spMk id="63" creationId="{00000000-0000-0000-0000-000000000000}"/>
          </ac:spMkLst>
        </pc:spChg>
        <pc:spChg chg="mod">
          <ac:chgData name="sowmya d" userId="a4bfffb291d3b63b" providerId="LiveId" clId="{A7EA9CBE-C74A-4311-AF1E-D5D25DF6A49A}" dt="2026-10-02T11:02:02.766" v="16" actId="207"/>
          <ac:spMkLst>
            <pc:docMk/>
            <pc:sldMk cId="1224887243" sldId="262"/>
            <ac:spMk id="64" creationId="{00000000-0000-0000-0000-000000000000}"/>
          </ac:spMkLst>
        </pc:spChg>
        <pc:spChg chg="mod">
          <ac:chgData name="sowmya d" userId="a4bfffb291d3b63b" providerId="LiveId" clId="{A7EA9CBE-C74A-4311-AF1E-D5D25DF6A49A}" dt="2026-10-02T11:02:06.698" v="17" actId="207"/>
          <ac:spMkLst>
            <pc:docMk/>
            <pc:sldMk cId="1224887243" sldId="262"/>
            <ac:spMk id="65" creationId="{00000000-0000-0000-0000-000000000000}"/>
          </ac:spMkLst>
        </pc:spChg>
        <pc:spChg chg="mod">
          <ac:chgData name="sowmya d" userId="a4bfffb291d3b63b" providerId="LiveId" clId="{A7EA9CBE-C74A-4311-AF1E-D5D25DF6A49A}" dt="2026-10-02T11:02:10.743" v="18" actId="207"/>
          <ac:spMkLst>
            <pc:docMk/>
            <pc:sldMk cId="1224887243" sldId="262"/>
            <ac:spMk id="66" creationId="{00000000-0000-0000-0000-000000000000}"/>
          </ac:spMkLst>
        </pc:spChg>
        <pc:spChg chg="mod">
          <ac:chgData name="sowmya d" userId="a4bfffb291d3b63b" providerId="LiveId" clId="{A7EA9CBE-C74A-4311-AF1E-D5D25DF6A49A}" dt="2026-10-02T11:02:19.995" v="19" actId="207"/>
          <ac:spMkLst>
            <pc:docMk/>
            <pc:sldMk cId="1224887243" sldId="262"/>
            <ac:spMk id="70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2:53.600" v="23" actId="207"/>
        <pc:sldMkLst>
          <pc:docMk/>
          <pc:sldMk cId="1584193688" sldId="263"/>
        </pc:sldMkLst>
        <pc:spChg chg="mod">
          <ac:chgData name="sowmya d" userId="a4bfffb291d3b63b" providerId="LiveId" clId="{A7EA9CBE-C74A-4311-AF1E-D5D25DF6A49A}" dt="2026-10-02T11:02:41.878" v="20" actId="207"/>
          <ac:spMkLst>
            <pc:docMk/>
            <pc:sldMk cId="1584193688" sldId="263"/>
            <ac:spMk id="76" creationId="{00000000-0000-0000-0000-000000000000}"/>
          </ac:spMkLst>
        </pc:spChg>
        <pc:spChg chg="mod">
          <ac:chgData name="sowmya d" userId="a4bfffb291d3b63b" providerId="LiveId" clId="{A7EA9CBE-C74A-4311-AF1E-D5D25DF6A49A}" dt="2026-10-02T11:02:46.012" v="21" actId="207"/>
          <ac:spMkLst>
            <pc:docMk/>
            <pc:sldMk cId="1584193688" sldId="263"/>
            <ac:spMk id="77" creationId="{00000000-0000-0000-0000-000000000000}"/>
          </ac:spMkLst>
        </pc:spChg>
        <pc:spChg chg="mod">
          <ac:chgData name="sowmya d" userId="a4bfffb291d3b63b" providerId="LiveId" clId="{A7EA9CBE-C74A-4311-AF1E-D5D25DF6A49A}" dt="2026-10-02T11:02:49.616" v="22" actId="207"/>
          <ac:spMkLst>
            <pc:docMk/>
            <pc:sldMk cId="1584193688" sldId="263"/>
            <ac:spMk id="78" creationId="{00000000-0000-0000-0000-000000000000}"/>
          </ac:spMkLst>
        </pc:spChg>
        <pc:spChg chg="mod">
          <ac:chgData name="sowmya d" userId="a4bfffb291d3b63b" providerId="LiveId" clId="{A7EA9CBE-C74A-4311-AF1E-D5D25DF6A49A}" dt="2026-10-02T11:02:53.600" v="23" actId="207"/>
          <ac:spMkLst>
            <pc:docMk/>
            <pc:sldMk cId="1584193688" sldId="263"/>
            <ac:spMk id="79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3:17.240" v="26" actId="207"/>
        <pc:sldMkLst>
          <pc:docMk/>
          <pc:sldMk cId="596249608" sldId="264"/>
        </pc:sldMkLst>
        <pc:spChg chg="mod">
          <ac:chgData name="sowmya d" userId="a4bfffb291d3b63b" providerId="LiveId" clId="{A7EA9CBE-C74A-4311-AF1E-D5D25DF6A49A}" dt="2026-10-02T11:03:05.142" v="24" actId="207"/>
          <ac:spMkLst>
            <pc:docMk/>
            <pc:sldMk cId="596249608" sldId="264"/>
            <ac:spMk id="88" creationId="{00000000-0000-0000-0000-000000000000}"/>
          </ac:spMkLst>
        </pc:spChg>
        <pc:spChg chg="mod">
          <ac:chgData name="sowmya d" userId="a4bfffb291d3b63b" providerId="LiveId" clId="{A7EA9CBE-C74A-4311-AF1E-D5D25DF6A49A}" dt="2026-10-02T11:03:12.730" v="25" actId="207"/>
          <ac:spMkLst>
            <pc:docMk/>
            <pc:sldMk cId="596249608" sldId="264"/>
            <ac:spMk id="89" creationId="{00000000-0000-0000-0000-000000000000}"/>
          </ac:spMkLst>
        </pc:spChg>
        <pc:spChg chg="mod">
          <ac:chgData name="sowmya d" userId="a4bfffb291d3b63b" providerId="LiveId" clId="{A7EA9CBE-C74A-4311-AF1E-D5D25DF6A49A}" dt="2026-10-02T11:03:17.240" v="26" actId="207"/>
          <ac:spMkLst>
            <pc:docMk/>
            <pc:sldMk cId="596249608" sldId="264"/>
            <ac:spMk id="90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3:45.361" v="31" actId="207"/>
        <pc:sldMkLst>
          <pc:docMk/>
          <pc:sldMk cId="385269272" sldId="265"/>
        </pc:sldMkLst>
        <pc:spChg chg="mod">
          <ac:chgData name="sowmya d" userId="a4bfffb291d3b63b" providerId="LiveId" clId="{A7EA9CBE-C74A-4311-AF1E-D5D25DF6A49A}" dt="2026-10-02T11:03:25.764" v="27" actId="207"/>
          <ac:spMkLst>
            <pc:docMk/>
            <pc:sldMk cId="385269272" sldId="265"/>
            <ac:spMk id="99" creationId="{00000000-0000-0000-0000-000000000000}"/>
          </ac:spMkLst>
        </pc:spChg>
        <pc:spChg chg="mod">
          <ac:chgData name="sowmya d" userId="a4bfffb291d3b63b" providerId="LiveId" clId="{A7EA9CBE-C74A-4311-AF1E-D5D25DF6A49A}" dt="2026-10-02T11:03:29.936" v="28" actId="207"/>
          <ac:spMkLst>
            <pc:docMk/>
            <pc:sldMk cId="385269272" sldId="265"/>
            <ac:spMk id="100" creationId="{00000000-0000-0000-0000-000000000000}"/>
          </ac:spMkLst>
        </pc:spChg>
        <pc:spChg chg="mod">
          <ac:chgData name="sowmya d" userId="a4bfffb291d3b63b" providerId="LiveId" clId="{A7EA9CBE-C74A-4311-AF1E-D5D25DF6A49A}" dt="2026-10-02T11:03:35.288" v="29" actId="207"/>
          <ac:spMkLst>
            <pc:docMk/>
            <pc:sldMk cId="385269272" sldId="265"/>
            <ac:spMk id="101" creationId="{00000000-0000-0000-0000-000000000000}"/>
          </ac:spMkLst>
        </pc:spChg>
        <pc:spChg chg="mod">
          <ac:chgData name="sowmya d" userId="a4bfffb291d3b63b" providerId="LiveId" clId="{A7EA9CBE-C74A-4311-AF1E-D5D25DF6A49A}" dt="2026-10-02T11:03:45.361" v="31" actId="207"/>
          <ac:spMkLst>
            <pc:docMk/>
            <pc:sldMk cId="385269272" sldId="265"/>
            <ac:spMk id="104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5:36.893" v="50" actId="207"/>
        <pc:sldMkLst>
          <pc:docMk/>
          <pc:sldMk cId="2138009439" sldId="266"/>
        </pc:sldMkLst>
        <pc:spChg chg="mod">
          <ac:chgData name="sowmya d" userId="a4bfffb291d3b63b" providerId="LiveId" clId="{A7EA9CBE-C74A-4311-AF1E-D5D25DF6A49A}" dt="2026-10-02T11:05:22.151" v="47" actId="1076"/>
          <ac:spMkLst>
            <pc:docMk/>
            <pc:sldMk cId="2138009439" sldId="266"/>
            <ac:spMk id="109" creationId="{00000000-0000-0000-0000-000000000000}"/>
          </ac:spMkLst>
        </pc:spChg>
        <pc:spChg chg="mod">
          <ac:chgData name="sowmya d" userId="a4bfffb291d3b63b" providerId="LiveId" clId="{A7EA9CBE-C74A-4311-AF1E-D5D25DF6A49A}" dt="2026-10-02T11:04:26.314" v="38" actId="207"/>
          <ac:spMkLst>
            <pc:docMk/>
            <pc:sldMk cId="2138009439" sldId="266"/>
            <ac:spMk id="111" creationId="{00000000-0000-0000-0000-000000000000}"/>
          </ac:spMkLst>
        </pc:spChg>
        <pc:spChg chg="mod">
          <ac:chgData name="sowmya d" userId="a4bfffb291d3b63b" providerId="LiveId" clId="{A7EA9CBE-C74A-4311-AF1E-D5D25DF6A49A}" dt="2026-10-02T11:04:31.661" v="39" actId="207"/>
          <ac:spMkLst>
            <pc:docMk/>
            <pc:sldMk cId="2138009439" sldId="266"/>
            <ac:spMk id="112" creationId="{00000000-0000-0000-0000-000000000000}"/>
          </ac:spMkLst>
        </pc:spChg>
        <pc:spChg chg="mod">
          <ac:chgData name="sowmya d" userId="a4bfffb291d3b63b" providerId="LiveId" clId="{A7EA9CBE-C74A-4311-AF1E-D5D25DF6A49A}" dt="2026-10-02T11:04:42.769" v="40" actId="207"/>
          <ac:spMkLst>
            <pc:docMk/>
            <pc:sldMk cId="2138009439" sldId="266"/>
            <ac:spMk id="113" creationId="{00000000-0000-0000-0000-000000000000}"/>
          </ac:spMkLst>
        </pc:spChg>
        <pc:spChg chg="mod">
          <ac:chgData name="sowmya d" userId="a4bfffb291d3b63b" providerId="LiveId" clId="{A7EA9CBE-C74A-4311-AF1E-D5D25DF6A49A}" dt="2026-10-02T11:04:03.541" v="34" actId="207"/>
          <ac:spMkLst>
            <pc:docMk/>
            <pc:sldMk cId="2138009439" sldId="266"/>
            <ac:spMk id="116" creationId="{00000000-0000-0000-0000-000000000000}"/>
          </ac:spMkLst>
        </pc:spChg>
        <pc:spChg chg="mod">
          <ac:chgData name="sowmya d" userId="a4bfffb291d3b63b" providerId="LiveId" clId="{A7EA9CBE-C74A-4311-AF1E-D5D25DF6A49A}" dt="2026-10-02T11:04:18.053" v="37" actId="207"/>
          <ac:spMkLst>
            <pc:docMk/>
            <pc:sldMk cId="2138009439" sldId="266"/>
            <ac:spMk id="117" creationId="{00000000-0000-0000-0000-000000000000}"/>
          </ac:spMkLst>
        </pc:spChg>
        <pc:spChg chg="mod">
          <ac:chgData name="sowmya d" userId="a4bfffb291d3b63b" providerId="LiveId" clId="{A7EA9CBE-C74A-4311-AF1E-D5D25DF6A49A}" dt="2026-10-02T11:05:36.893" v="50" actId="207"/>
          <ac:spMkLst>
            <pc:docMk/>
            <pc:sldMk cId="2138009439" sldId="266"/>
            <ac:spMk id="118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6:08.767" v="53" actId="207"/>
        <pc:sldMkLst>
          <pc:docMk/>
          <pc:sldMk cId="90872050" sldId="268"/>
        </pc:sldMkLst>
        <pc:spChg chg="mod">
          <ac:chgData name="sowmya d" userId="a4bfffb291d3b63b" providerId="LiveId" clId="{A7EA9CBE-C74A-4311-AF1E-D5D25DF6A49A}" dt="2026-10-02T11:05:57.871" v="51" actId="207"/>
          <ac:spMkLst>
            <pc:docMk/>
            <pc:sldMk cId="90872050" sldId="268"/>
            <ac:spMk id="132" creationId="{00000000-0000-0000-0000-000000000000}"/>
          </ac:spMkLst>
        </pc:spChg>
        <pc:spChg chg="mod">
          <ac:chgData name="sowmya d" userId="a4bfffb291d3b63b" providerId="LiveId" clId="{A7EA9CBE-C74A-4311-AF1E-D5D25DF6A49A}" dt="2026-10-02T11:06:01.954" v="52" actId="207"/>
          <ac:spMkLst>
            <pc:docMk/>
            <pc:sldMk cId="90872050" sldId="268"/>
            <ac:spMk id="133" creationId="{00000000-0000-0000-0000-000000000000}"/>
          </ac:spMkLst>
        </pc:spChg>
        <pc:spChg chg="mod">
          <ac:chgData name="sowmya d" userId="a4bfffb291d3b63b" providerId="LiveId" clId="{A7EA9CBE-C74A-4311-AF1E-D5D25DF6A49A}" dt="2026-10-02T11:06:08.767" v="53" actId="207"/>
          <ac:spMkLst>
            <pc:docMk/>
            <pc:sldMk cId="90872050" sldId="268"/>
            <ac:spMk id="134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6:57.471" v="57" actId="207"/>
        <pc:sldMkLst>
          <pc:docMk/>
          <pc:sldMk cId="459376336" sldId="269"/>
        </pc:sldMkLst>
        <pc:spChg chg="mod">
          <ac:chgData name="sowmya d" userId="a4bfffb291d3b63b" providerId="LiveId" clId="{A7EA9CBE-C74A-4311-AF1E-D5D25DF6A49A}" dt="2026-10-02T11:06:17.175" v="54" actId="207"/>
          <ac:spMkLst>
            <pc:docMk/>
            <pc:sldMk cId="459376336" sldId="269"/>
            <ac:spMk id="139" creationId="{00000000-0000-0000-0000-000000000000}"/>
          </ac:spMkLst>
        </pc:spChg>
        <pc:spChg chg="mod">
          <ac:chgData name="sowmya d" userId="a4bfffb291d3b63b" providerId="LiveId" clId="{A7EA9CBE-C74A-4311-AF1E-D5D25DF6A49A}" dt="2026-10-02T11:06:24.670" v="55" actId="207"/>
          <ac:spMkLst>
            <pc:docMk/>
            <pc:sldMk cId="459376336" sldId="269"/>
            <ac:spMk id="140" creationId="{00000000-0000-0000-0000-000000000000}"/>
          </ac:spMkLst>
        </pc:spChg>
        <pc:spChg chg="mod">
          <ac:chgData name="sowmya d" userId="a4bfffb291d3b63b" providerId="LiveId" clId="{A7EA9CBE-C74A-4311-AF1E-D5D25DF6A49A}" dt="2026-10-02T11:06:34.674" v="56" actId="207"/>
          <ac:spMkLst>
            <pc:docMk/>
            <pc:sldMk cId="459376336" sldId="269"/>
            <ac:spMk id="141" creationId="{00000000-0000-0000-0000-000000000000}"/>
          </ac:spMkLst>
        </pc:spChg>
        <pc:spChg chg="mod">
          <ac:chgData name="sowmya d" userId="a4bfffb291d3b63b" providerId="LiveId" clId="{A7EA9CBE-C74A-4311-AF1E-D5D25DF6A49A}" dt="2026-10-02T11:06:57.471" v="57" actId="207"/>
          <ac:spMkLst>
            <pc:docMk/>
            <pc:sldMk cId="459376336" sldId="269"/>
            <ac:spMk id="142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7:29.435" v="62" actId="207"/>
        <pc:sldMkLst>
          <pc:docMk/>
          <pc:sldMk cId="1500715295" sldId="270"/>
        </pc:sldMkLst>
        <pc:spChg chg="mod">
          <ac:chgData name="sowmya d" userId="a4bfffb291d3b63b" providerId="LiveId" clId="{A7EA9CBE-C74A-4311-AF1E-D5D25DF6A49A}" dt="2026-10-02T11:07:07.558" v="58" actId="207"/>
          <ac:spMkLst>
            <pc:docMk/>
            <pc:sldMk cId="1500715295" sldId="270"/>
            <ac:spMk id="148" creationId="{00000000-0000-0000-0000-000000000000}"/>
          </ac:spMkLst>
        </pc:spChg>
        <pc:spChg chg="mod">
          <ac:chgData name="sowmya d" userId="a4bfffb291d3b63b" providerId="LiveId" clId="{A7EA9CBE-C74A-4311-AF1E-D5D25DF6A49A}" dt="2026-10-02T11:07:12.113" v="59" actId="207"/>
          <ac:spMkLst>
            <pc:docMk/>
            <pc:sldMk cId="1500715295" sldId="270"/>
            <ac:spMk id="149" creationId="{00000000-0000-0000-0000-000000000000}"/>
          </ac:spMkLst>
        </pc:spChg>
        <pc:spChg chg="mod">
          <ac:chgData name="sowmya d" userId="a4bfffb291d3b63b" providerId="LiveId" clId="{A7EA9CBE-C74A-4311-AF1E-D5D25DF6A49A}" dt="2026-10-02T11:07:17.408" v="60" actId="207"/>
          <ac:spMkLst>
            <pc:docMk/>
            <pc:sldMk cId="1500715295" sldId="270"/>
            <ac:spMk id="150" creationId="{00000000-0000-0000-0000-000000000000}"/>
          </ac:spMkLst>
        </pc:spChg>
        <pc:spChg chg="mod">
          <ac:chgData name="sowmya d" userId="a4bfffb291d3b63b" providerId="LiveId" clId="{A7EA9CBE-C74A-4311-AF1E-D5D25DF6A49A}" dt="2026-10-02T11:07:22.070" v="61" actId="207"/>
          <ac:spMkLst>
            <pc:docMk/>
            <pc:sldMk cId="1500715295" sldId="270"/>
            <ac:spMk id="151" creationId="{00000000-0000-0000-0000-000000000000}"/>
          </ac:spMkLst>
        </pc:spChg>
        <pc:spChg chg="mod">
          <ac:chgData name="sowmya d" userId="a4bfffb291d3b63b" providerId="LiveId" clId="{A7EA9CBE-C74A-4311-AF1E-D5D25DF6A49A}" dt="2026-10-02T11:07:29.435" v="62" actId="207"/>
          <ac:spMkLst>
            <pc:docMk/>
            <pc:sldMk cId="1500715295" sldId="270"/>
            <ac:spMk id="155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8:04.928" v="65" actId="207"/>
        <pc:sldMkLst>
          <pc:docMk/>
          <pc:sldMk cId="1739951502" sldId="272"/>
        </pc:sldMkLst>
        <pc:spChg chg="mod">
          <ac:chgData name="sowmya d" userId="a4bfffb291d3b63b" providerId="LiveId" clId="{A7EA9CBE-C74A-4311-AF1E-D5D25DF6A49A}" dt="2026-10-02T11:07:42.609" v="63" actId="207"/>
          <ac:spMkLst>
            <pc:docMk/>
            <pc:sldMk cId="1739951502" sldId="272"/>
            <ac:spMk id="167" creationId="{00000000-0000-0000-0000-000000000000}"/>
          </ac:spMkLst>
        </pc:spChg>
        <pc:spChg chg="mod">
          <ac:chgData name="sowmya d" userId="a4bfffb291d3b63b" providerId="LiveId" clId="{A7EA9CBE-C74A-4311-AF1E-D5D25DF6A49A}" dt="2026-10-02T11:07:52.407" v="64" actId="207"/>
          <ac:spMkLst>
            <pc:docMk/>
            <pc:sldMk cId="1739951502" sldId="272"/>
            <ac:spMk id="168" creationId="{00000000-0000-0000-0000-000000000000}"/>
          </ac:spMkLst>
        </pc:spChg>
        <pc:spChg chg="mod">
          <ac:chgData name="sowmya d" userId="a4bfffb291d3b63b" providerId="LiveId" clId="{A7EA9CBE-C74A-4311-AF1E-D5D25DF6A49A}" dt="2026-10-02T11:08:04.928" v="65" actId="207"/>
          <ac:spMkLst>
            <pc:docMk/>
            <pc:sldMk cId="1739951502" sldId="272"/>
            <ac:spMk id="169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8:23.871" v="68" actId="207"/>
        <pc:sldMkLst>
          <pc:docMk/>
          <pc:sldMk cId="27873521" sldId="273"/>
        </pc:sldMkLst>
        <pc:spChg chg="mod">
          <ac:chgData name="sowmya d" userId="a4bfffb291d3b63b" providerId="LiveId" clId="{A7EA9CBE-C74A-4311-AF1E-D5D25DF6A49A}" dt="2026-10-02T11:08:14" v="66" actId="207"/>
          <ac:spMkLst>
            <pc:docMk/>
            <pc:sldMk cId="27873521" sldId="273"/>
            <ac:spMk id="176" creationId="{00000000-0000-0000-0000-000000000000}"/>
          </ac:spMkLst>
        </pc:spChg>
        <pc:spChg chg="mod">
          <ac:chgData name="sowmya d" userId="a4bfffb291d3b63b" providerId="LiveId" clId="{A7EA9CBE-C74A-4311-AF1E-D5D25DF6A49A}" dt="2026-10-02T11:08:19.654" v="67" actId="207"/>
          <ac:spMkLst>
            <pc:docMk/>
            <pc:sldMk cId="27873521" sldId="273"/>
            <ac:spMk id="178" creationId="{00000000-0000-0000-0000-000000000000}"/>
          </ac:spMkLst>
        </pc:spChg>
        <pc:spChg chg="mod">
          <ac:chgData name="sowmya d" userId="a4bfffb291d3b63b" providerId="LiveId" clId="{A7EA9CBE-C74A-4311-AF1E-D5D25DF6A49A}" dt="2026-10-02T11:08:23.871" v="68" actId="207"/>
          <ac:spMkLst>
            <pc:docMk/>
            <pc:sldMk cId="27873521" sldId="273"/>
            <ac:spMk id="180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8:40.731" v="70" actId="207"/>
        <pc:sldMkLst>
          <pc:docMk/>
          <pc:sldMk cId="1655405378" sldId="274"/>
        </pc:sldMkLst>
        <pc:spChg chg="mod">
          <ac:chgData name="sowmya d" userId="a4bfffb291d3b63b" providerId="LiveId" clId="{A7EA9CBE-C74A-4311-AF1E-D5D25DF6A49A}" dt="2026-10-02T11:08:34.031" v="69" actId="207"/>
          <ac:spMkLst>
            <pc:docMk/>
            <pc:sldMk cId="1655405378" sldId="274"/>
            <ac:spMk id="186" creationId="{00000000-0000-0000-0000-000000000000}"/>
          </ac:spMkLst>
        </pc:spChg>
        <pc:spChg chg="mod">
          <ac:chgData name="sowmya d" userId="a4bfffb291d3b63b" providerId="LiveId" clId="{A7EA9CBE-C74A-4311-AF1E-D5D25DF6A49A}" dt="2026-10-02T11:08:40.731" v="70" actId="207"/>
          <ac:spMkLst>
            <pc:docMk/>
            <pc:sldMk cId="1655405378" sldId="274"/>
            <ac:spMk id="188" creationId="{00000000-0000-0000-0000-000000000000}"/>
          </ac:spMkLst>
        </pc:spChg>
      </pc:sldChg>
      <pc:sldChg chg="modSp mod">
        <pc:chgData name="sowmya d" userId="a4bfffb291d3b63b" providerId="LiveId" clId="{A7EA9CBE-C74A-4311-AF1E-D5D25DF6A49A}" dt="2026-10-02T11:09:42.066" v="73" actId="1035"/>
        <pc:sldMkLst>
          <pc:docMk/>
          <pc:sldMk cId="1164452827" sldId="275"/>
        </pc:sldMkLst>
        <pc:spChg chg="mod">
          <ac:chgData name="sowmya d" userId="a4bfffb291d3b63b" providerId="LiveId" clId="{A7EA9CBE-C74A-4311-AF1E-D5D25DF6A49A}" dt="2026-10-02T11:09:42.066" v="73" actId="1035"/>
          <ac:spMkLst>
            <pc:docMk/>
            <pc:sldMk cId="1164452827" sldId="275"/>
            <ac:spMk id="191" creationId="{00000000-0000-0000-0000-000000000000}"/>
          </ac:spMkLst>
        </pc:spChg>
        <pc:spChg chg="mod">
          <ac:chgData name="sowmya d" userId="a4bfffb291d3b63b" providerId="LiveId" clId="{A7EA9CBE-C74A-4311-AF1E-D5D25DF6A49A}" dt="2026-10-02T11:08:54.732" v="71" actId="207"/>
          <ac:spMkLst>
            <pc:docMk/>
            <pc:sldMk cId="1164452827" sldId="275"/>
            <ac:spMk id="19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87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200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36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82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13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04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07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4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15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Date/Time</a:t>
            </a:r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ftr" idx="11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" name="Text box"/>
          <p:cNvSpPr>
            <a:spLocks noGrp="1"/>
          </p:cNvSpPr>
          <p:nvPr>
            <p:ph type="sldNum" idx="12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259122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2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10/2/2026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 idx="3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 idx="4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8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EBF4FC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1" name="Rectangle"/>
          <p:cNvSpPr>
            <a:spLocks/>
          </p:cNvSpPr>
          <p:nvPr/>
        </p:nvSpPr>
        <p:spPr>
          <a:xfrm>
            <a:off x="4030027" y="914400"/>
            <a:ext cx="4192905" cy="6248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Sequential Logic Circuits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Intelligent Traffic Signal Decision System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2" name="Rectangle"/>
          <p:cNvSpPr>
            <a:spLocks/>
          </p:cNvSpPr>
          <p:nvPr/>
        </p:nvSpPr>
        <p:spPr>
          <a:xfrm>
            <a:off x="5467266" y="2847987"/>
            <a:ext cx="1260448" cy="11582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Group 9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_______________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3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4" name="Rectangle"/>
          <p:cNvSpPr>
            <a:spLocks/>
          </p:cNvSpPr>
          <p:nvPr/>
        </p:nvSpPr>
        <p:spPr>
          <a:xfrm>
            <a:off x="11468481" y="6574535"/>
            <a:ext cx="235839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6" name="Rectangle"/>
          <p:cNvSpPr>
            <a:spLocks/>
          </p:cNvSpPr>
          <p:nvPr/>
        </p:nvSpPr>
        <p:spPr>
          <a:xfrm>
            <a:off x="502919" y="228600"/>
            <a:ext cx="3145916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The Big Idea: Sequential Logic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7" name="Rectangle"/>
          <p:cNvSpPr>
            <a:spLocks/>
          </p:cNvSpPr>
          <p:nvPr/>
        </p:nvSpPr>
        <p:spPr>
          <a:xfrm>
            <a:off x="530352" y="786384"/>
            <a:ext cx="8257414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Connecting the intelligent traffic signal to the CPU memory-and-stepping concept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" name="Rectangle"/>
          <p:cNvSpPr>
            <a:spLocks/>
          </p:cNvSpPr>
          <p:nvPr/>
        </p:nvSpPr>
        <p:spPr>
          <a:xfrm>
            <a:off x="731520" y="1234440"/>
            <a:ext cx="10698479" cy="15519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Combinational logic produces outputs from present inputs only.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Sequential logic adds memory: the controller can remember the current signal state.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A clock lets the system change traffic phases in an organized, repeatable way.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The controller remembers whether the junction is RED, GREEN, YELLOW, or in EMERGENCY mode.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This same memory-and-stepping idea is used by CPUs to control sequences of operations.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9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20" name="Rectangle"/>
          <p:cNvSpPr>
            <a:spLocks/>
          </p:cNvSpPr>
          <p:nvPr/>
        </p:nvSpPr>
        <p:spPr>
          <a:xfrm>
            <a:off x="11447907" y="6574535"/>
            <a:ext cx="256413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2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948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22" name="Rectangle"/>
          <p:cNvSpPr>
            <a:spLocks/>
          </p:cNvSpPr>
          <p:nvPr/>
        </p:nvSpPr>
        <p:spPr>
          <a:xfrm>
            <a:off x="502919" y="228600"/>
            <a:ext cx="4544949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Why Does the Traffic Signal Need Memory?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3" name="Rounded rectangle"/>
          <p:cNvSpPr>
            <a:spLocks/>
          </p:cNvSpPr>
          <p:nvPr/>
        </p:nvSpPr>
        <p:spPr>
          <a:xfrm>
            <a:off x="731520" y="1371600"/>
            <a:ext cx="3017519" cy="1046465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t>        Traffic sensors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4" name="Rounded rectangle"/>
          <p:cNvSpPr>
            <a:spLocks/>
          </p:cNvSpPr>
          <p:nvPr/>
        </p:nvSpPr>
        <p:spPr>
          <a:xfrm>
            <a:off x="4572000" y="1371600"/>
            <a:ext cx="3017519" cy="1051559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t>    Sequential Controllers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5" name="Rounded rectangle"/>
          <p:cNvSpPr>
            <a:spLocks/>
          </p:cNvSpPr>
          <p:nvPr/>
        </p:nvSpPr>
        <p:spPr>
          <a:xfrm>
            <a:off x="8412480" y="1371600"/>
            <a:ext cx="3017520" cy="1051559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t>Traffics llights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6" name="Straight line"/>
          <p:cNvSpPr>
            <a:spLocks/>
          </p:cNvSpPr>
          <p:nvPr/>
        </p:nvSpPr>
        <p:spPr>
          <a:xfrm>
            <a:off x="3749039" y="1901951"/>
            <a:ext cx="822961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7" name="Straight line"/>
          <p:cNvSpPr>
            <a:spLocks/>
          </p:cNvSpPr>
          <p:nvPr/>
        </p:nvSpPr>
        <p:spPr>
          <a:xfrm>
            <a:off x="7589520" y="1901951"/>
            <a:ext cx="822959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8" name="Rectangle"/>
          <p:cNvSpPr>
            <a:spLocks/>
          </p:cNvSpPr>
          <p:nvPr/>
        </p:nvSpPr>
        <p:spPr>
          <a:xfrm>
            <a:off x="914400" y="2971799"/>
            <a:ext cx="10332720" cy="15519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If the road has a green phase, vehicles are allowed to move.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The signal must remain green for a controlled interval before changing.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The controller must pass through YELLOW before RED for safe switching.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An emergency vehicle can request priority, so the controller needs stored state and controlled transitions.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9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30" name="Rectangle"/>
          <p:cNvSpPr>
            <a:spLocks/>
          </p:cNvSpPr>
          <p:nvPr/>
        </p:nvSpPr>
        <p:spPr>
          <a:xfrm>
            <a:off x="11447907" y="6574535"/>
            <a:ext cx="256413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3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405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"/>
          <p:cNvSpPr>
            <a:spLocks/>
          </p:cNvSpPr>
          <p:nvPr/>
        </p:nvSpPr>
        <p:spPr>
          <a:xfrm>
            <a:off x="0" y="29496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32" name="Rectangle"/>
          <p:cNvSpPr>
            <a:spLocks/>
          </p:cNvSpPr>
          <p:nvPr/>
        </p:nvSpPr>
        <p:spPr>
          <a:xfrm>
            <a:off x="502919" y="228600"/>
            <a:ext cx="2268093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System Specification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graphicFrame>
        <p:nvGraphicFramePr>
          <p:cNvPr id="33" name="Sheet"/>
          <p:cNvGraphicFramePr>
            <a:graphicFrameLocks noGrp="1"/>
          </p:cNvGraphicFramePr>
          <p:nvPr/>
        </p:nvGraphicFramePr>
        <p:xfrm>
          <a:off x="1005839" y="1234440"/>
          <a:ext cx="6583654" cy="4480553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3291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Input / Element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Meaning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Traffic-density sensor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Pedestrian-request sensor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E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Emergency-priority sensor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CLK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Phase/timing clock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RESET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Initializes controller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SIGNALS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RED / YELLOW / GREEN outputs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Rounded rectangle"/>
          <p:cNvSpPr>
            <a:spLocks/>
          </p:cNvSpPr>
          <p:nvPr/>
        </p:nvSpPr>
        <p:spPr>
          <a:xfrm>
            <a:off x="8046719" y="1508759"/>
            <a:ext cx="2834640" cy="96012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Goal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Adaptive signal control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5" name="Rounded rectangle"/>
          <p:cNvSpPr>
            <a:spLocks/>
          </p:cNvSpPr>
          <p:nvPr/>
        </p:nvSpPr>
        <p:spPr>
          <a:xfrm>
            <a:off x="8046719" y="2834640"/>
            <a:ext cx="2834640" cy="960120"/>
          </a:xfrm>
          <a:prstGeom prst="roundRect">
            <a:avLst>
              <a:gd name="adj" fmla="val 16666"/>
            </a:avLst>
          </a:prstGeom>
          <a:solidFill>
            <a:srgbClr val="F5E5E5"/>
          </a:solidFill>
          <a:ln w="19050" cap="flat" cmpd="sng">
            <a:solidFill>
              <a:srgbClr val="BE4141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0000"/>
                </a:solidFill>
                <a:latin typeface="Calibri" charset="0"/>
                <a:ea typeface="宋体" charset="0"/>
                <a:cs typeface="Calibri" charset="0"/>
              </a:rPr>
              <a:t>Safety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0000"/>
                </a:solidFill>
                <a:latin typeface="Calibri" charset="0"/>
                <a:ea typeface="宋体" charset="0"/>
                <a:cs typeface="Calibri" charset="0"/>
              </a:rPr>
              <a:t>Controlled phase changes</a:t>
            </a:r>
            <a:endParaRPr lang="zh-CN" altLang="en-US" sz="1800" b="0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6" name="Rounded rectangle"/>
          <p:cNvSpPr>
            <a:spLocks/>
          </p:cNvSpPr>
          <p:nvPr/>
        </p:nvSpPr>
        <p:spPr>
          <a:xfrm>
            <a:off x="8046719" y="4160520"/>
            <a:ext cx="2834640" cy="960119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00B050"/>
                </a:solidFill>
                <a:latin typeface="Calibri" charset="0"/>
                <a:ea typeface="宋体" charset="0"/>
                <a:cs typeface="Calibri" charset="0"/>
              </a:rPr>
              <a:t>Memory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00B050"/>
                </a:solidFill>
                <a:latin typeface="Calibri" charset="0"/>
                <a:ea typeface="宋体" charset="0"/>
                <a:cs typeface="Calibri" charset="0"/>
              </a:rPr>
              <a:t>Store signal state</a:t>
            </a:r>
            <a:endParaRPr lang="zh-CN" altLang="en-US" sz="1800" b="0" i="0" u="none" strike="noStrike" kern="1200" cap="none" spc="0" baseline="0" dirty="0">
              <a:solidFill>
                <a:srgbClr val="00B05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7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38" name="Rectangle"/>
          <p:cNvSpPr>
            <a:spLocks/>
          </p:cNvSpPr>
          <p:nvPr/>
        </p:nvSpPr>
        <p:spPr>
          <a:xfrm>
            <a:off x="11441050" y="6574535"/>
            <a:ext cx="263270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4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28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"/>
          <p:cNvSpPr>
            <a:spLocks/>
          </p:cNvSpPr>
          <p:nvPr/>
        </p:nvSpPr>
        <p:spPr>
          <a:xfrm>
            <a:off x="0" y="9832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40" name="Rectangle"/>
          <p:cNvSpPr>
            <a:spLocks/>
          </p:cNvSpPr>
          <p:nvPr/>
        </p:nvSpPr>
        <p:spPr>
          <a:xfrm>
            <a:off x="502919" y="228600"/>
            <a:ext cx="2428112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Latches and Flip-Flops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41" name="Rounded rectangle"/>
          <p:cNvSpPr>
            <a:spLocks/>
          </p:cNvSpPr>
          <p:nvPr/>
        </p:nvSpPr>
        <p:spPr>
          <a:xfrm>
            <a:off x="640080" y="1417320"/>
            <a:ext cx="3108960" cy="109728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SR Latch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Basic memory element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42" name="Rounded rectangle"/>
          <p:cNvSpPr>
            <a:spLocks/>
          </p:cNvSpPr>
          <p:nvPr/>
        </p:nvSpPr>
        <p:spPr>
          <a:xfrm>
            <a:off x="4526280" y="1417320"/>
            <a:ext cx="3108959" cy="109728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D Latch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Level-sensitive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43" name="Rounded rectangle"/>
          <p:cNvSpPr>
            <a:spLocks/>
          </p:cNvSpPr>
          <p:nvPr/>
        </p:nvSpPr>
        <p:spPr>
          <a:xfrm>
            <a:off x="8412480" y="1417320"/>
            <a:ext cx="3108960" cy="1097280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D Flip-Flop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Edge-triggered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44" name="Straight line"/>
          <p:cNvSpPr>
            <a:spLocks/>
          </p:cNvSpPr>
          <p:nvPr/>
        </p:nvSpPr>
        <p:spPr>
          <a:xfrm>
            <a:off x="3749039" y="1965960"/>
            <a:ext cx="777241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45" name="Straight line"/>
          <p:cNvSpPr>
            <a:spLocks/>
          </p:cNvSpPr>
          <p:nvPr/>
        </p:nvSpPr>
        <p:spPr>
          <a:xfrm>
            <a:off x="7635240" y="1965960"/>
            <a:ext cx="77724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46" name="Rectangle"/>
          <p:cNvSpPr>
            <a:spLocks/>
          </p:cNvSpPr>
          <p:nvPr/>
        </p:nvSpPr>
        <p:spPr>
          <a:xfrm>
            <a:off x="822960" y="3154680"/>
            <a:ext cx="10424161" cy="1275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SR latch stores a bit using feedback.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D latch follows the input while enabled and holds it when disabled.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D flip-flop captures the next-state value at a clock edge and holds it.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For the traffic signal, D flip-flops are convenient for storing the FSM state.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47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48" name="Rectangle"/>
          <p:cNvSpPr>
            <a:spLocks/>
          </p:cNvSpPr>
          <p:nvPr/>
        </p:nvSpPr>
        <p:spPr>
          <a:xfrm>
            <a:off x="11445621" y="6574535"/>
            <a:ext cx="258698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5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50" name="Rectangle"/>
          <p:cNvSpPr>
            <a:spLocks/>
          </p:cNvSpPr>
          <p:nvPr/>
        </p:nvSpPr>
        <p:spPr>
          <a:xfrm>
            <a:off x="502919" y="228600"/>
            <a:ext cx="3283077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Clock and Synchronous Design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1" name="Rounded rectangle"/>
          <p:cNvSpPr>
            <a:spLocks/>
          </p:cNvSpPr>
          <p:nvPr/>
        </p:nvSpPr>
        <p:spPr>
          <a:xfrm>
            <a:off x="914400" y="1371600"/>
            <a:ext cx="256032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Traffic Inputs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2" name="Rounded rectangle"/>
          <p:cNvSpPr>
            <a:spLocks/>
          </p:cNvSpPr>
          <p:nvPr/>
        </p:nvSpPr>
        <p:spPr>
          <a:xfrm>
            <a:off x="4800600" y="1371600"/>
            <a:ext cx="2560319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Next-State Logic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3" name="Rounded rectangle"/>
          <p:cNvSpPr>
            <a:spLocks/>
          </p:cNvSpPr>
          <p:nvPr/>
        </p:nvSpPr>
        <p:spPr>
          <a:xfrm>
            <a:off x="8686800" y="1371600"/>
            <a:ext cx="2560320" cy="914400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D Flip-Flops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4" name="Straight line"/>
          <p:cNvSpPr>
            <a:spLocks/>
          </p:cNvSpPr>
          <p:nvPr/>
        </p:nvSpPr>
        <p:spPr>
          <a:xfrm>
            <a:off x="3474720" y="1828800"/>
            <a:ext cx="132588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55" name="Straight line"/>
          <p:cNvSpPr>
            <a:spLocks/>
          </p:cNvSpPr>
          <p:nvPr/>
        </p:nvSpPr>
        <p:spPr>
          <a:xfrm>
            <a:off x="7360919" y="1828800"/>
            <a:ext cx="1325879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56" name="Rounded rectangle"/>
          <p:cNvSpPr>
            <a:spLocks/>
          </p:cNvSpPr>
          <p:nvPr/>
        </p:nvSpPr>
        <p:spPr>
          <a:xfrm>
            <a:off x="4800600" y="3108960"/>
            <a:ext cx="2560319" cy="914400"/>
          </a:xfrm>
          <a:prstGeom prst="roundRect">
            <a:avLst>
              <a:gd name="adj" fmla="val 16666"/>
            </a:avLst>
          </a:prstGeom>
          <a:solidFill>
            <a:srgbClr val="F5F1DA"/>
          </a:solidFill>
          <a:ln w="19050" cap="flat" cmpd="sng">
            <a:solidFill>
              <a:srgbClr val="E2B53C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6">
                    <a:lumMod val="50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CLOCK</a:t>
            </a:r>
            <a:endParaRPr lang="zh-CN" altLang="en-US" sz="1800" b="0" i="0" u="none" strike="noStrike" kern="1200" cap="none" spc="0" baseline="0" dirty="0">
              <a:solidFill>
                <a:schemeClr val="accent6">
                  <a:lumMod val="50000"/>
                </a:schemeClr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7" name="Straight line"/>
          <p:cNvSpPr>
            <a:spLocks/>
          </p:cNvSpPr>
          <p:nvPr/>
        </p:nvSpPr>
        <p:spPr>
          <a:xfrm flipV="1">
            <a:off x="6080760" y="2286000"/>
            <a:ext cx="0" cy="822959"/>
          </a:xfrm>
          <a:prstGeom prst="line">
            <a:avLst/>
          </a:prstGeom>
          <a:noFill/>
          <a:ln w="25400" cap="flat" cmpd="sng">
            <a:solidFill>
              <a:srgbClr val="E2B53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58" name="Rectangle"/>
          <p:cNvSpPr>
            <a:spLocks/>
          </p:cNvSpPr>
          <p:nvPr/>
        </p:nvSpPr>
        <p:spPr>
          <a:xfrm>
            <a:off x="914400" y="4434840"/>
            <a:ext cx="10332720" cy="154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All state elements update on a chosen clock edge.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Clocking makes signal timing easier to design and simulate.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Setup time: inputs should be stable before the active edge.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Hold time: inputs should remain stable briefly after the active edge.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A timing signal can represent the end of a green/yellow phase.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9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60" name="Rectangle"/>
          <p:cNvSpPr>
            <a:spLocks/>
          </p:cNvSpPr>
          <p:nvPr/>
        </p:nvSpPr>
        <p:spPr>
          <a:xfrm>
            <a:off x="11443335" y="6574535"/>
            <a:ext cx="260984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6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70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62" name="Rectangle"/>
          <p:cNvSpPr>
            <a:spLocks/>
          </p:cNvSpPr>
          <p:nvPr/>
        </p:nvSpPr>
        <p:spPr>
          <a:xfrm>
            <a:off x="502919" y="228600"/>
            <a:ext cx="4055745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Registers: Storing Multi-Bit Signal State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3" name="Rounded rectangle"/>
          <p:cNvSpPr>
            <a:spLocks/>
          </p:cNvSpPr>
          <p:nvPr/>
        </p:nvSpPr>
        <p:spPr>
          <a:xfrm>
            <a:off x="952348" y="1433542"/>
            <a:ext cx="219456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1"/>
                </a:solidFill>
                <a:latin typeface="Calibri" charset="0"/>
                <a:ea typeface="宋体" charset="0"/>
                <a:cs typeface="Calibri" charset="0"/>
              </a:rPr>
              <a:t>DFF 1</a:t>
            </a:r>
            <a:endParaRPr lang="zh-CN" altLang="en-US" sz="1800" b="0" i="0" u="none" strike="noStrike" kern="1200" cap="none" spc="0" baseline="0" dirty="0">
              <a:solidFill>
                <a:schemeClr val="accent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4" name="Rounded rectangle"/>
          <p:cNvSpPr>
            <a:spLocks/>
          </p:cNvSpPr>
          <p:nvPr/>
        </p:nvSpPr>
        <p:spPr>
          <a:xfrm>
            <a:off x="3337560" y="1417320"/>
            <a:ext cx="2194559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1"/>
                </a:solidFill>
                <a:latin typeface="Calibri" charset="0"/>
                <a:ea typeface="宋体" charset="0"/>
                <a:cs typeface="Calibri" charset="0"/>
              </a:rPr>
              <a:t>DFF 2</a:t>
            </a:r>
            <a:endParaRPr lang="zh-CN" altLang="en-US" sz="1800" b="0" i="0" u="none" strike="noStrike" kern="1200" cap="none" spc="0" baseline="0" dirty="0">
              <a:solidFill>
                <a:schemeClr val="accent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5" name="Rounded rectangle"/>
          <p:cNvSpPr>
            <a:spLocks/>
          </p:cNvSpPr>
          <p:nvPr/>
        </p:nvSpPr>
        <p:spPr>
          <a:xfrm>
            <a:off x="5760720" y="1417320"/>
            <a:ext cx="219456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1"/>
                </a:solidFill>
                <a:latin typeface="Calibri" charset="0"/>
                <a:ea typeface="宋体" charset="0"/>
                <a:cs typeface="Calibri" charset="0"/>
              </a:rPr>
              <a:t>DFF 3</a:t>
            </a:r>
            <a:endParaRPr lang="zh-CN" altLang="en-US" sz="1800" b="0" i="0" u="none" strike="noStrike" kern="1200" cap="none" spc="0" baseline="0" dirty="0">
              <a:solidFill>
                <a:schemeClr val="accent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6" name="Rounded rectangle"/>
          <p:cNvSpPr>
            <a:spLocks/>
          </p:cNvSpPr>
          <p:nvPr/>
        </p:nvSpPr>
        <p:spPr>
          <a:xfrm>
            <a:off x="8183879" y="1417320"/>
            <a:ext cx="2194559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1"/>
                </a:solidFill>
                <a:latin typeface="Calibri" charset="0"/>
                <a:ea typeface="宋体" charset="0"/>
                <a:cs typeface="Calibri" charset="0"/>
              </a:rPr>
              <a:t>DFF 4</a:t>
            </a:r>
            <a:endParaRPr lang="zh-CN" altLang="en-US" sz="1800" b="0" i="0" u="none" strike="noStrike" kern="1200" cap="none" spc="0" baseline="0" dirty="0">
              <a:solidFill>
                <a:schemeClr val="accent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7" name="Straight line"/>
          <p:cNvSpPr>
            <a:spLocks/>
          </p:cNvSpPr>
          <p:nvPr/>
        </p:nvSpPr>
        <p:spPr>
          <a:xfrm>
            <a:off x="3108960" y="1874519"/>
            <a:ext cx="22860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68" name="Straight line"/>
          <p:cNvSpPr>
            <a:spLocks/>
          </p:cNvSpPr>
          <p:nvPr/>
        </p:nvSpPr>
        <p:spPr>
          <a:xfrm>
            <a:off x="5532120" y="1874519"/>
            <a:ext cx="22860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69" name="Straight line"/>
          <p:cNvSpPr>
            <a:spLocks/>
          </p:cNvSpPr>
          <p:nvPr/>
        </p:nvSpPr>
        <p:spPr>
          <a:xfrm>
            <a:off x="7955279" y="1874519"/>
            <a:ext cx="22860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70" name="Rounded rectangle"/>
          <p:cNvSpPr>
            <a:spLocks/>
          </p:cNvSpPr>
          <p:nvPr/>
        </p:nvSpPr>
        <p:spPr>
          <a:xfrm>
            <a:off x="2743200" y="3063239"/>
            <a:ext cx="6675120" cy="960120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00B050"/>
                </a:solidFill>
                <a:latin typeface="Calibri" charset="0"/>
                <a:ea typeface="宋体" charset="0"/>
                <a:cs typeface="Calibri" charset="0"/>
              </a:rPr>
              <a:t>A row of flip-flops forms a register</a:t>
            </a:r>
            <a:endParaRPr lang="zh-CN" altLang="en-US" sz="1800" b="0" i="0" u="none" strike="noStrike" kern="1200" cap="none" spc="0" baseline="0" dirty="0">
              <a:solidFill>
                <a:srgbClr val="00B05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71" name="Rectangle"/>
          <p:cNvSpPr>
            <a:spLocks/>
          </p:cNvSpPr>
          <p:nvPr/>
        </p:nvSpPr>
        <p:spPr>
          <a:xfrm>
            <a:off x="1097280" y="4434840"/>
            <a:ext cx="10058401" cy="1275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In a CPU, registers store operands, addresses, and intermediate values.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In our project, the state register stores the current traffic-signal state.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Each flip-flop stores one bit of the state.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Two bits can encode four states: RED, GREEN, YELLOW and EMERGENCY.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72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73" name="Rectangle"/>
          <p:cNvSpPr>
            <a:spLocks/>
          </p:cNvSpPr>
          <p:nvPr/>
        </p:nvSpPr>
        <p:spPr>
          <a:xfrm>
            <a:off x="11450193" y="6574535"/>
            <a:ext cx="254127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7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887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75" name="Rectangle"/>
          <p:cNvSpPr>
            <a:spLocks/>
          </p:cNvSpPr>
          <p:nvPr/>
        </p:nvSpPr>
        <p:spPr>
          <a:xfrm>
            <a:off x="502919" y="228600"/>
            <a:ext cx="3616833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Shift Registers — Brief Connection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76" name="Rounded rectangle"/>
          <p:cNvSpPr>
            <a:spLocks/>
          </p:cNvSpPr>
          <p:nvPr/>
        </p:nvSpPr>
        <p:spPr>
          <a:xfrm>
            <a:off x="914400" y="1417320"/>
            <a:ext cx="2011679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latin typeface="Calibri" charset="0"/>
                <a:ea typeface="宋体" charset="0"/>
                <a:cs typeface="Calibri" charset="0"/>
              </a:rPr>
              <a:t>1</a:t>
            </a:r>
            <a:endParaRPr lang="zh-CN" altLang="en-US" sz="1800" b="0" i="0" u="none" strike="noStrike" kern="1200" cap="none" spc="0" baseline="0" dirty="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77" name="Rounded rectangle"/>
          <p:cNvSpPr>
            <a:spLocks/>
          </p:cNvSpPr>
          <p:nvPr/>
        </p:nvSpPr>
        <p:spPr>
          <a:xfrm>
            <a:off x="3383279" y="1417320"/>
            <a:ext cx="2011679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latin typeface="Calibri" charset="0"/>
                <a:ea typeface="宋体" charset="0"/>
                <a:cs typeface="Calibri" charset="0"/>
              </a:rPr>
              <a:t>0</a:t>
            </a:r>
            <a:endParaRPr lang="zh-CN" altLang="en-US" sz="1800" b="0" i="0" u="none" strike="noStrike" kern="1200" cap="none" spc="0" baseline="0" dirty="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78" name="Rounded rectangle"/>
          <p:cNvSpPr>
            <a:spLocks/>
          </p:cNvSpPr>
          <p:nvPr/>
        </p:nvSpPr>
        <p:spPr>
          <a:xfrm>
            <a:off x="5852160" y="1417320"/>
            <a:ext cx="2011679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latin typeface="Calibri" charset="0"/>
                <a:ea typeface="宋体" charset="0"/>
                <a:cs typeface="Calibri" charset="0"/>
              </a:rPr>
              <a:t>1</a:t>
            </a:r>
            <a:endParaRPr lang="zh-CN" altLang="en-US" sz="1800" b="0" i="0" u="none" strike="noStrike" kern="1200" cap="none" spc="0" baseline="0" dirty="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79" name="Rounded rectangle"/>
          <p:cNvSpPr>
            <a:spLocks/>
          </p:cNvSpPr>
          <p:nvPr/>
        </p:nvSpPr>
        <p:spPr>
          <a:xfrm>
            <a:off x="8321040" y="1417320"/>
            <a:ext cx="201168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latin typeface="Calibri" charset="0"/>
                <a:ea typeface="宋体" charset="0"/>
                <a:cs typeface="Calibri" charset="0"/>
              </a:rPr>
              <a:t>1</a:t>
            </a:r>
            <a:endParaRPr lang="zh-CN" altLang="en-US" sz="1800" b="0" i="0" u="none" strike="noStrike" kern="1200" cap="none" spc="0" baseline="0" dirty="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80" name="Straight line"/>
          <p:cNvSpPr>
            <a:spLocks/>
          </p:cNvSpPr>
          <p:nvPr/>
        </p:nvSpPr>
        <p:spPr>
          <a:xfrm>
            <a:off x="2926080" y="1874519"/>
            <a:ext cx="45720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81" name="Straight line"/>
          <p:cNvSpPr>
            <a:spLocks/>
          </p:cNvSpPr>
          <p:nvPr/>
        </p:nvSpPr>
        <p:spPr>
          <a:xfrm>
            <a:off x="5394960" y="1874519"/>
            <a:ext cx="45720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82" name="Straight line"/>
          <p:cNvSpPr>
            <a:spLocks/>
          </p:cNvSpPr>
          <p:nvPr/>
        </p:nvSpPr>
        <p:spPr>
          <a:xfrm>
            <a:off x="7863840" y="1874519"/>
            <a:ext cx="45720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83" name="Rectangle"/>
          <p:cNvSpPr>
            <a:spLocks/>
          </p:cNvSpPr>
          <p:nvPr/>
        </p:nvSpPr>
        <p:spPr>
          <a:xfrm>
            <a:off x="914400" y="3108960"/>
            <a:ext cx="10332720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Shift registers move stored bits left or right on clock edges.</a:t>
            </a:r>
            <a:endParaRPr lang="zh-CN" altLang="en-US" sz="1800" b="0" i="0" u="none" strike="noStrike" kern="1200" cap="none" spc="0" baseline="0">
              <a:solidFill>
                <a:srgbClr val="23282D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84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85" name="Rectangle"/>
          <p:cNvSpPr>
            <a:spLocks/>
          </p:cNvSpPr>
          <p:nvPr/>
        </p:nvSpPr>
        <p:spPr>
          <a:xfrm>
            <a:off x="1512951" y="6574535"/>
            <a:ext cx="10191369" cy="8915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Shift registers are useful in serial communication, data transfer, delay lines and temporary storage.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The traffic signal mainly needs state storage, so a simple state register/FSM is sufficient.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A shift register can be added later for serial sensor data or communication with a traffic-control unit.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193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87" name="Rectangle"/>
          <p:cNvSpPr>
            <a:spLocks/>
          </p:cNvSpPr>
          <p:nvPr/>
        </p:nvSpPr>
        <p:spPr>
          <a:xfrm>
            <a:off x="502919" y="228600"/>
            <a:ext cx="4517517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Counters and the Program-Counter Pattern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88" name="Rounded rectangle"/>
          <p:cNvSpPr>
            <a:spLocks/>
          </p:cNvSpPr>
          <p:nvPr/>
        </p:nvSpPr>
        <p:spPr>
          <a:xfrm>
            <a:off x="914400" y="1325880"/>
            <a:ext cx="2834640" cy="914400"/>
          </a:xfrm>
          <a:prstGeom prst="roundRect">
            <a:avLst>
              <a:gd name="adj" fmla="val 16666"/>
            </a:avLst>
          </a:prstGeom>
          <a:solidFill>
            <a:srgbClr val="F5F1DA"/>
          </a:solidFill>
          <a:ln w="19050" cap="flat" cmpd="sng">
            <a:solidFill>
              <a:srgbClr val="E2B53C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6">
                    <a:lumMod val="50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Clock</a:t>
            </a:r>
            <a:endParaRPr lang="zh-CN" altLang="en-US" sz="1800" b="0" i="0" u="none" strike="noStrike" kern="1200" cap="none" spc="0" baseline="0" dirty="0">
              <a:solidFill>
                <a:schemeClr val="accent6">
                  <a:lumMod val="50000"/>
                </a:schemeClr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89" name="Rounded rectangle"/>
          <p:cNvSpPr>
            <a:spLocks/>
          </p:cNvSpPr>
          <p:nvPr/>
        </p:nvSpPr>
        <p:spPr>
          <a:xfrm>
            <a:off x="4663440" y="1325880"/>
            <a:ext cx="283464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Synchronous Counter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0" name="Rounded rectangle"/>
          <p:cNvSpPr>
            <a:spLocks/>
          </p:cNvSpPr>
          <p:nvPr/>
        </p:nvSpPr>
        <p:spPr>
          <a:xfrm>
            <a:off x="8412480" y="1325880"/>
            <a:ext cx="2834640" cy="914400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Time / Phase Count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1" name="Straight line"/>
          <p:cNvSpPr>
            <a:spLocks/>
          </p:cNvSpPr>
          <p:nvPr/>
        </p:nvSpPr>
        <p:spPr>
          <a:xfrm>
            <a:off x="3749039" y="1783080"/>
            <a:ext cx="91440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92" name="Straight line"/>
          <p:cNvSpPr>
            <a:spLocks/>
          </p:cNvSpPr>
          <p:nvPr/>
        </p:nvSpPr>
        <p:spPr>
          <a:xfrm>
            <a:off x="7498079" y="1783080"/>
            <a:ext cx="914401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graphicFrame>
        <p:nvGraphicFramePr>
          <p:cNvPr id="93" name="Sheet"/>
          <p:cNvGraphicFramePr>
            <a:graphicFrameLocks noGrp="1"/>
          </p:cNvGraphicFramePr>
          <p:nvPr/>
        </p:nvGraphicFramePr>
        <p:xfrm>
          <a:off x="1828800" y="2926080"/>
          <a:ext cx="4754854" cy="2743158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377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93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Clock</a:t>
                      </a:r>
                      <a:endParaRPr lang="zh-CN" altLang="en-US" sz="15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Counter</a:t>
                      </a:r>
                      <a:endParaRPr lang="zh-CN" altLang="en-US" sz="15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93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0000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93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1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0001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93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2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0010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93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3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0011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93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4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0100</a:t>
                      </a:r>
                      <a:endParaRPr lang="zh-CN" altLang="en-US" sz="15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4" name="Rectangle"/>
          <p:cNvSpPr>
            <a:spLocks/>
          </p:cNvSpPr>
          <p:nvPr/>
        </p:nvSpPr>
        <p:spPr>
          <a:xfrm>
            <a:off x="7040880" y="2880360"/>
            <a:ext cx="4114799" cy="25615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A synchronous counter changes its stored value on clock edges.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A CPU's program counter stores which instruction is next.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The traffic controller can use a counter to measure the duration of RED, GREEN and YELLOW phases.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When the required count is reached, the FSM moves to the next signal state.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5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96" name="Rectangle"/>
          <p:cNvSpPr>
            <a:spLocks/>
          </p:cNvSpPr>
          <p:nvPr/>
        </p:nvSpPr>
        <p:spPr>
          <a:xfrm>
            <a:off x="11443335" y="6574535"/>
            <a:ext cx="260984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9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24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98" name="Rectangle"/>
          <p:cNvSpPr>
            <a:spLocks/>
          </p:cNvSpPr>
          <p:nvPr/>
        </p:nvSpPr>
        <p:spPr>
          <a:xfrm>
            <a:off x="502919" y="228600"/>
            <a:ext cx="2903601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Finite State Machine (FSM)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9" name="Rounded rectangle"/>
          <p:cNvSpPr>
            <a:spLocks/>
          </p:cNvSpPr>
          <p:nvPr/>
        </p:nvSpPr>
        <p:spPr>
          <a:xfrm>
            <a:off x="914400" y="1371600"/>
            <a:ext cx="2743200" cy="11430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Present State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0" name="Rounded rectangle"/>
          <p:cNvSpPr>
            <a:spLocks/>
          </p:cNvSpPr>
          <p:nvPr/>
        </p:nvSpPr>
        <p:spPr>
          <a:xfrm>
            <a:off x="4709160" y="1371600"/>
            <a:ext cx="2743200" cy="11430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Next-State Logic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1" name="Rounded rectangle"/>
          <p:cNvSpPr>
            <a:spLocks/>
          </p:cNvSpPr>
          <p:nvPr/>
        </p:nvSpPr>
        <p:spPr>
          <a:xfrm>
            <a:off x="8503920" y="1371600"/>
            <a:ext cx="2743200" cy="1143000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Next State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2" name="Straight line"/>
          <p:cNvSpPr>
            <a:spLocks/>
          </p:cNvSpPr>
          <p:nvPr/>
        </p:nvSpPr>
        <p:spPr>
          <a:xfrm>
            <a:off x="3657600" y="1938527"/>
            <a:ext cx="1051559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03" name="Straight line"/>
          <p:cNvSpPr>
            <a:spLocks/>
          </p:cNvSpPr>
          <p:nvPr/>
        </p:nvSpPr>
        <p:spPr>
          <a:xfrm>
            <a:off x="7452360" y="1938527"/>
            <a:ext cx="1051559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04" name="Rounded rectangle"/>
          <p:cNvSpPr>
            <a:spLocks/>
          </p:cNvSpPr>
          <p:nvPr/>
        </p:nvSpPr>
        <p:spPr>
          <a:xfrm>
            <a:off x="4709160" y="3246120"/>
            <a:ext cx="2743200" cy="914400"/>
          </a:xfrm>
          <a:prstGeom prst="roundRect">
            <a:avLst>
              <a:gd name="adj" fmla="val 16666"/>
            </a:avLst>
          </a:prstGeom>
          <a:solidFill>
            <a:srgbClr val="F5F1DA"/>
          </a:solidFill>
          <a:ln w="19050" cap="flat" cmpd="sng">
            <a:solidFill>
              <a:srgbClr val="E2B53C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6">
                    <a:lumMod val="50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CLOCK</a:t>
            </a:r>
            <a:endParaRPr lang="zh-CN" altLang="en-US" sz="1800" b="0" i="0" u="none" strike="noStrike" kern="1200" cap="none" spc="0" baseline="0" dirty="0">
              <a:solidFill>
                <a:schemeClr val="accent6">
                  <a:lumMod val="50000"/>
                </a:schemeClr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5" name="Straight line"/>
          <p:cNvSpPr>
            <a:spLocks/>
          </p:cNvSpPr>
          <p:nvPr/>
        </p:nvSpPr>
        <p:spPr>
          <a:xfrm flipV="1">
            <a:off x="6080760" y="2514600"/>
            <a:ext cx="0" cy="731520"/>
          </a:xfrm>
          <a:prstGeom prst="line">
            <a:avLst/>
          </a:prstGeom>
          <a:noFill/>
          <a:ln w="25400" cap="flat" cmpd="sng">
            <a:solidFill>
              <a:srgbClr val="E2B53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06" name="Rectangle"/>
          <p:cNvSpPr>
            <a:spLocks/>
          </p:cNvSpPr>
          <p:nvPr/>
        </p:nvSpPr>
        <p:spPr>
          <a:xfrm>
            <a:off x="914400" y="4526280"/>
            <a:ext cx="10332720" cy="1275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An FSM describes step-by-step traffic-signal behavior using states and transitions.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State transitions depend on the current state, timer condition and sensor inputs.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The FSM is the control unit of the digital traffic signal system.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Emergency input can override normal sequencing and move the controller to a priority state.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7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08" name="Rectangle"/>
          <p:cNvSpPr>
            <a:spLocks/>
          </p:cNvSpPr>
          <p:nvPr/>
        </p:nvSpPr>
        <p:spPr>
          <a:xfrm>
            <a:off x="11397615" y="6574535"/>
            <a:ext cx="306704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10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6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"/>
          <p:cNvSpPr>
            <a:spLocks/>
          </p:cNvSpPr>
          <p:nvPr/>
        </p:nvSpPr>
        <p:spPr>
          <a:xfrm>
            <a:off x="306" y="-68201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10" name="Rectangle"/>
          <p:cNvSpPr>
            <a:spLocks/>
          </p:cNvSpPr>
          <p:nvPr/>
        </p:nvSpPr>
        <p:spPr>
          <a:xfrm>
            <a:off x="502919" y="228600"/>
            <a:ext cx="4746117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Intelligent Traffic Signal FSM — State Diagram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1" name="Oval"/>
          <p:cNvSpPr>
            <a:spLocks/>
          </p:cNvSpPr>
          <p:nvPr/>
        </p:nvSpPr>
        <p:spPr>
          <a:xfrm>
            <a:off x="914400" y="2011679"/>
            <a:ext cx="2103119" cy="1554480"/>
          </a:xfrm>
          <a:prstGeom prst="ellipse">
            <a:avLst/>
          </a:prstGeom>
          <a:solidFill>
            <a:srgbClr val="EBF4FC"/>
          </a:solidFill>
          <a:ln w="9525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S0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RED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All stop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2" name="Oval"/>
          <p:cNvSpPr>
            <a:spLocks/>
          </p:cNvSpPr>
          <p:nvPr/>
        </p:nvSpPr>
        <p:spPr>
          <a:xfrm>
            <a:off x="4572000" y="2011679"/>
            <a:ext cx="2103119" cy="1554480"/>
          </a:xfrm>
          <a:prstGeom prst="ellipse">
            <a:avLst/>
          </a:prstGeom>
          <a:solidFill>
            <a:srgbClr val="EBF4FC"/>
          </a:solidFill>
          <a:ln w="9525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S1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GREEN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Traffic ON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3" name="Oval"/>
          <p:cNvSpPr>
            <a:spLocks/>
          </p:cNvSpPr>
          <p:nvPr/>
        </p:nvSpPr>
        <p:spPr>
          <a:xfrm>
            <a:off x="8229600" y="2011679"/>
            <a:ext cx="2103120" cy="1554480"/>
          </a:xfrm>
          <a:prstGeom prst="ellipse">
            <a:avLst/>
          </a:prstGeom>
          <a:solidFill>
            <a:srgbClr val="F5E5E5"/>
          </a:solidFill>
          <a:ln w="9525" cap="flat" cmpd="sng">
            <a:solidFill>
              <a:srgbClr val="BE4141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2">
                    <a:lumMod val="75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S2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2">
                    <a:lumMod val="75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YELLOW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2">
                    <a:lumMod val="75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Transition</a:t>
            </a:r>
            <a:endParaRPr lang="zh-CN" altLang="en-US" sz="1800" b="0" i="0" u="none" strike="noStrike" kern="1200" cap="none" spc="0" baseline="0" dirty="0">
              <a:solidFill>
                <a:schemeClr val="accent2">
                  <a:lumMod val="75000"/>
                </a:schemeClr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4" name="Straight line"/>
          <p:cNvSpPr>
            <a:spLocks/>
          </p:cNvSpPr>
          <p:nvPr/>
        </p:nvSpPr>
        <p:spPr>
          <a:xfrm>
            <a:off x="3017519" y="2788920"/>
            <a:ext cx="155448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15" name="Straight line"/>
          <p:cNvSpPr>
            <a:spLocks/>
          </p:cNvSpPr>
          <p:nvPr/>
        </p:nvSpPr>
        <p:spPr>
          <a:xfrm>
            <a:off x="6675120" y="2788920"/>
            <a:ext cx="1554479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16" name="Rounded rectangle"/>
          <p:cNvSpPr>
            <a:spLocks/>
          </p:cNvSpPr>
          <p:nvPr/>
        </p:nvSpPr>
        <p:spPr>
          <a:xfrm>
            <a:off x="3154680" y="1508759"/>
            <a:ext cx="1279668" cy="79552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latin typeface="Calibri" charset="0"/>
                <a:ea typeface="宋体" charset="0"/>
                <a:cs typeface="Calibri" charset="0"/>
              </a:rPr>
              <a:t>Timer / sensor condition</a:t>
            </a:r>
            <a:endParaRPr lang="zh-CN" altLang="en-US" sz="1800" b="0" i="0" u="none" strike="noStrike" kern="1200" cap="none" spc="0" baseline="0" dirty="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7" name="Rounded rectangle"/>
          <p:cNvSpPr>
            <a:spLocks/>
          </p:cNvSpPr>
          <p:nvPr/>
        </p:nvSpPr>
        <p:spPr>
          <a:xfrm>
            <a:off x="6812280" y="1508758"/>
            <a:ext cx="1731952" cy="615007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latin typeface="Calibri" charset="0"/>
                <a:ea typeface="宋体" charset="0"/>
                <a:cs typeface="Calibri" charset="0"/>
              </a:rPr>
              <a:t>S3 EMERGENCY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latin typeface="Calibri" charset="0"/>
                <a:ea typeface="宋体" charset="0"/>
                <a:cs typeface="Calibri" charset="0"/>
              </a:rPr>
              <a:t>Priority mode</a:t>
            </a:r>
            <a:endParaRPr lang="zh-CN" altLang="en-US" sz="1800" b="0" i="0" u="none" strike="noStrike" kern="1200" cap="none" spc="0" baseline="0" dirty="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8" name="Rounded rectangle"/>
          <p:cNvSpPr>
            <a:spLocks/>
          </p:cNvSpPr>
          <p:nvPr/>
        </p:nvSpPr>
        <p:spPr>
          <a:xfrm>
            <a:off x="4045973" y="4571999"/>
            <a:ext cx="3155172" cy="1270671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latin typeface="Calibri" charset="0"/>
                <a:ea typeface="宋体" charset="0"/>
                <a:cs typeface="Calibri" charset="0"/>
              </a:rPr>
              <a:t>Normal sequence: RED → GREEN → YELLOW → RED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latin typeface="Calibri" charset="0"/>
                <a:ea typeface="宋体" charset="0"/>
                <a:cs typeface="Calibri" charset="0"/>
              </a:rPr>
              <a:t>Emergency detected → S3; emergency cleared → return to safe RED state</a:t>
            </a:r>
            <a:endParaRPr lang="zh-CN" altLang="en-US" sz="1800" b="0" i="0" u="none" strike="noStrike" kern="1200" cap="none" spc="0" baseline="0" dirty="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9" name="Straight line"/>
          <p:cNvSpPr>
            <a:spLocks/>
          </p:cNvSpPr>
          <p:nvPr/>
        </p:nvSpPr>
        <p:spPr>
          <a:xfrm flipH="1">
            <a:off x="6400800" y="3566160"/>
            <a:ext cx="2880360" cy="1005839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20" name="Straight line"/>
          <p:cNvSpPr>
            <a:spLocks/>
          </p:cNvSpPr>
          <p:nvPr/>
        </p:nvSpPr>
        <p:spPr>
          <a:xfrm flipH="1" flipV="1">
            <a:off x="1965959" y="3566160"/>
            <a:ext cx="2606040" cy="1005839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21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22" name="Rectangle"/>
          <p:cNvSpPr>
            <a:spLocks/>
          </p:cNvSpPr>
          <p:nvPr/>
        </p:nvSpPr>
        <p:spPr>
          <a:xfrm>
            <a:off x="11425047" y="6574535"/>
            <a:ext cx="279272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11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00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24" name="Rectangle"/>
          <p:cNvSpPr>
            <a:spLocks/>
          </p:cNvSpPr>
          <p:nvPr/>
        </p:nvSpPr>
        <p:spPr>
          <a:xfrm>
            <a:off x="502919" y="228600"/>
            <a:ext cx="1833753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FSM State Table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graphicFrame>
        <p:nvGraphicFramePr>
          <p:cNvPr id="125" name="Sheet"/>
          <p:cNvGraphicFramePr>
            <a:graphicFrameLocks noGrp="1"/>
          </p:cNvGraphicFramePr>
          <p:nvPr/>
        </p:nvGraphicFramePr>
        <p:xfrm>
          <a:off x="640080" y="1280160"/>
          <a:ext cx="10881308" cy="4114794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720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79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Present State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Input / Condition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Next State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Output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S0 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Normal + timer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S1 GREEN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RED ON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S1 GREEN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Timer complete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S2 YELLOW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GREEN ON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S2 YELLOW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Timer complete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S0 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YELLOW ON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Any state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E = 1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S3 EMERGENCY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Priority mode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S3 EMERGENCY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E = 0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S0 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Protected 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6" name="Rectangle"/>
          <p:cNvSpPr>
            <a:spLocks/>
          </p:cNvSpPr>
          <p:nvPr/>
        </p:nvSpPr>
        <p:spPr>
          <a:xfrm>
            <a:off x="914400" y="5577840"/>
            <a:ext cx="10058401" cy="6375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The exact sensor encoding can be adapted to the simulator used.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A practical design can add hysteresis so the pump does not chatter around a boundary.</a:t>
            </a:r>
            <a:endParaRPr lang="zh-CN" altLang="en-US" sz="1400" b="0" i="0" u="none" strike="noStrike" kern="1200" cap="none" spc="0" baseline="0">
              <a:solidFill>
                <a:srgbClr val="23282D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27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28" name="Rectangle"/>
          <p:cNvSpPr>
            <a:spLocks/>
          </p:cNvSpPr>
          <p:nvPr/>
        </p:nvSpPr>
        <p:spPr>
          <a:xfrm>
            <a:off x="11404473" y="6574535"/>
            <a:ext cx="299846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12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212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30" name="Rectangle"/>
          <p:cNvSpPr>
            <a:spLocks/>
          </p:cNvSpPr>
          <p:nvPr/>
        </p:nvSpPr>
        <p:spPr>
          <a:xfrm>
            <a:off x="502919" y="228600"/>
            <a:ext cx="3401949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State Encoding with D Flip-Flops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graphicFrame>
        <p:nvGraphicFramePr>
          <p:cNvPr id="131" name="Sheet"/>
          <p:cNvGraphicFramePr>
            <a:graphicFrameLocks noGrp="1"/>
          </p:cNvGraphicFramePr>
          <p:nvPr/>
        </p:nvGraphicFramePr>
        <p:xfrm>
          <a:off x="914400" y="1325880"/>
          <a:ext cx="6126428" cy="338327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531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6655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State</a:t>
                      </a:r>
                      <a:endParaRPr lang="zh-CN" altLang="en-US" sz="16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Q1</a:t>
                      </a:r>
                      <a:endParaRPr lang="zh-CN" altLang="en-US" sz="16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Q0</a:t>
                      </a:r>
                      <a:endParaRPr lang="zh-CN" altLang="en-US" sz="16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Pump</a:t>
                      </a:r>
                      <a:endParaRPr lang="zh-CN" altLang="en-US" sz="16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5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LOW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ON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5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MEDIUM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1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ON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5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FULL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1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OFF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5"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Unused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1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1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rgbClr val="23282D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—</a:t>
                      </a:r>
                      <a:endParaRPr lang="zh-CN" altLang="en-US" sz="1600" b="0" i="0" u="none" strike="noStrike" kern="1200" cap="none" spc="0" baseline="0">
                        <a:solidFill>
                          <a:srgbClr val="23282D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2" name="Rounded rectangle"/>
          <p:cNvSpPr>
            <a:spLocks/>
          </p:cNvSpPr>
          <p:nvPr/>
        </p:nvSpPr>
        <p:spPr>
          <a:xfrm>
            <a:off x="7680960" y="1417320"/>
            <a:ext cx="320040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Two D flip-flops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store Q1 and Q0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33" name="Rounded rectangle"/>
          <p:cNvSpPr>
            <a:spLocks/>
          </p:cNvSpPr>
          <p:nvPr/>
        </p:nvSpPr>
        <p:spPr>
          <a:xfrm>
            <a:off x="7680960" y="2788920"/>
            <a:ext cx="320040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D inputs = next-state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values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34" name="Rounded rectangle"/>
          <p:cNvSpPr>
            <a:spLocks/>
          </p:cNvSpPr>
          <p:nvPr/>
        </p:nvSpPr>
        <p:spPr>
          <a:xfrm>
            <a:off x="7680960" y="4160520"/>
            <a:ext cx="3200400" cy="914400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00B050"/>
                </a:solidFill>
                <a:latin typeface="Calibri" charset="0"/>
                <a:ea typeface="宋体" charset="0"/>
                <a:cs typeface="Calibri" charset="0"/>
              </a:rPr>
              <a:t>Clock edge updates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00B050"/>
                </a:solidFill>
                <a:latin typeface="Calibri" charset="0"/>
                <a:ea typeface="宋体" charset="0"/>
                <a:cs typeface="Calibri" charset="0"/>
              </a:rPr>
              <a:t>Q1 Q0</a:t>
            </a:r>
            <a:endParaRPr lang="zh-CN" altLang="en-US" sz="1800" b="0" i="0" u="none" strike="noStrike" kern="1200" cap="none" spc="0" baseline="0" dirty="0">
              <a:solidFill>
                <a:srgbClr val="00B05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35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36" name="Rectangle"/>
          <p:cNvSpPr>
            <a:spLocks/>
          </p:cNvSpPr>
          <p:nvPr/>
        </p:nvSpPr>
        <p:spPr>
          <a:xfrm>
            <a:off x="11404473" y="6574535"/>
            <a:ext cx="299846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13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72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38" name="Rectangle"/>
          <p:cNvSpPr>
            <a:spLocks/>
          </p:cNvSpPr>
          <p:nvPr/>
        </p:nvSpPr>
        <p:spPr>
          <a:xfrm>
            <a:off x="502919" y="228600"/>
            <a:ext cx="2871597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Traffic Signal Control Logic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39" name="Rounded rectangle"/>
          <p:cNvSpPr>
            <a:spLocks/>
          </p:cNvSpPr>
          <p:nvPr/>
        </p:nvSpPr>
        <p:spPr>
          <a:xfrm>
            <a:off x="914400" y="1280160"/>
            <a:ext cx="274320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0000"/>
                </a:solidFill>
                <a:latin typeface="Calibri" charset="0"/>
                <a:ea typeface="宋体" charset="0"/>
                <a:cs typeface="Calibri" charset="0"/>
              </a:rPr>
              <a:t>RED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0000"/>
                </a:solidFill>
                <a:latin typeface="Calibri" charset="0"/>
                <a:ea typeface="宋体" charset="0"/>
                <a:cs typeface="Calibri" charset="0"/>
              </a:rPr>
              <a:t>00 → ON</a:t>
            </a:r>
            <a:endParaRPr lang="zh-CN" altLang="en-US" sz="1800" b="0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0" name="Rounded rectangle"/>
          <p:cNvSpPr>
            <a:spLocks/>
          </p:cNvSpPr>
          <p:nvPr/>
        </p:nvSpPr>
        <p:spPr>
          <a:xfrm>
            <a:off x="4709160" y="1280160"/>
            <a:ext cx="274320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00B050"/>
                </a:solidFill>
                <a:latin typeface="Calibri" charset="0"/>
                <a:ea typeface="宋体" charset="0"/>
                <a:cs typeface="Calibri" charset="0"/>
              </a:rPr>
              <a:t>GREEN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00B050"/>
                </a:solidFill>
                <a:latin typeface="Calibri" charset="0"/>
                <a:ea typeface="宋体" charset="0"/>
                <a:cs typeface="Calibri" charset="0"/>
              </a:rPr>
              <a:t>01 → ON</a:t>
            </a:r>
            <a:endParaRPr lang="zh-CN" altLang="en-US" sz="1800" b="0" i="0" u="none" strike="noStrike" kern="1200" cap="none" spc="0" baseline="0" dirty="0">
              <a:solidFill>
                <a:srgbClr val="00B05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1" name="Rounded rectangle"/>
          <p:cNvSpPr>
            <a:spLocks/>
          </p:cNvSpPr>
          <p:nvPr/>
        </p:nvSpPr>
        <p:spPr>
          <a:xfrm>
            <a:off x="8503920" y="1280160"/>
            <a:ext cx="2743200" cy="914400"/>
          </a:xfrm>
          <a:prstGeom prst="roundRect">
            <a:avLst>
              <a:gd name="adj" fmla="val 16666"/>
            </a:avLst>
          </a:prstGeom>
          <a:solidFill>
            <a:srgbClr val="F5E5E5"/>
          </a:solidFill>
          <a:ln w="19050" cap="flat" cmpd="sng">
            <a:solidFill>
              <a:srgbClr val="BE4141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C000"/>
                </a:solidFill>
                <a:latin typeface="Calibri" charset="0"/>
                <a:ea typeface="宋体" charset="0"/>
                <a:cs typeface="Calibri" charset="0"/>
              </a:rPr>
              <a:t>YELLOW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C000"/>
                </a:solidFill>
                <a:latin typeface="Calibri" charset="0"/>
                <a:ea typeface="宋体" charset="0"/>
                <a:cs typeface="Calibri" charset="0"/>
              </a:rPr>
              <a:t>10 → ON</a:t>
            </a:r>
            <a:endParaRPr lang="zh-CN" altLang="en-US" sz="1800" b="0" i="0" u="none" strike="noStrike" kern="1200" cap="none" spc="0" baseline="0" dirty="0">
              <a:solidFill>
                <a:srgbClr val="FFC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2" name="Rounded rectangle"/>
          <p:cNvSpPr>
            <a:spLocks/>
          </p:cNvSpPr>
          <p:nvPr/>
        </p:nvSpPr>
        <p:spPr>
          <a:xfrm>
            <a:off x="3017519" y="2926080"/>
            <a:ext cx="6126479" cy="1051559"/>
          </a:xfrm>
          <a:prstGeom prst="roundRect">
            <a:avLst>
              <a:gd name="adj" fmla="val 16666"/>
            </a:avLst>
          </a:prstGeom>
          <a:solidFill>
            <a:srgbClr val="F5F1DA"/>
          </a:solidFill>
          <a:ln w="19050" cap="flat" cmpd="sng">
            <a:solidFill>
              <a:srgbClr val="E2B53C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6">
                    <a:lumMod val="50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RED = Q1′Q0′ + Q1Q0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6">
                    <a:lumMod val="50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GREEN = Q1′Q0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6">
                    <a:lumMod val="50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YELLOW = Q1Q0′</a:t>
            </a:r>
            <a:endParaRPr lang="zh-CN" altLang="en-US" sz="1800" b="0" i="0" u="none" strike="noStrike" kern="1200" cap="none" spc="0" baseline="0" dirty="0">
              <a:solidFill>
                <a:schemeClr val="accent6">
                  <a:lumMod val="50000"/>
                </a:schemeClr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3" name="Rectangle"/>
          <p:cNvSpPr>
            <a:spLocks/>
          </p:cNvSpPr>
          <p:nvPr/>
        </p:nvSpPr>
        <p:spPr>
          <a:xfrm>
            <a:off x="1005839" y="4389120"/>
            <a:ext cx="10149840" cy="15424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The stored state determines which signal output is active.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State 00 produces RED, 01 produces GREEN and 10 produces YELLOW.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State 11 represents EMERGENCY priority; it can force a protected red condition for conflicting traffic.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Real signal outputs should use suitable LED drivers/relays and electrical isolation.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4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45" name="Rectangle"/>
          <p:cNvSpPr>
            <a:spLocks/>
          </p:cNvSpPr>
          <p:nvPr/>
        </p:nvSpPr>
        <p:spPr>
          <a:xfrm>
            <a:off x="11397615" y="6574535"/>
            <a:ext cx="306704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14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376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47" name="Rectangle"/>
          <p:cNvSpPr>
            <a:spLocks/>
          </p:cNvSpPr>
          <p:nvPr/>
        </p:nvSpPr>
        <p:spPr>
          <a:xfrm>
            <a:off x="502919" y="228600"/>
            <a:ext cx="1961768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Simulation Design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8" name="Rounded rectangle"/>
          <p:cNvSpPr>
            <a:spLocks/>
          </p:cNvSpPr>
          <p:nvPr/>
        </p:nvSpPr>
        <p:spPr>
          <a:xfrm>
            <a:off x="502919" y="1920240"/>
            <a:ext cx="196596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Sensors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D / P / E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9" name="Rounded rectangle"/>
          <p:cNvSpPr>
            <a:spLocks/>
          </p:cNvSpPr>
          <p:nvPr/>
        </p:nvSpPr>
        <p:spPr>
          <a:xfrm>
            <a:off x="2926080" y="1920240"/>
            <a:ext cx="224028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Next-State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Logic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0" name="Rounded rectangle"/>
          <p:cNvSpPr>
            <a:spLocks/>
          </p:cNvSpPr>
          <p:nvPr/>
        </p:nvSpPr>
        <p:spPr>
          <a:xfrm>
            <a:off x="5669280" y="1920240"/>
            <a:ext cx="2240279" cy="914400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D Flip-Flops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Q1 Q0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1" name="Rounded rectangle"/>
          <p:cNvSpPr>
            <a:spLocks/>
          </p:cNvSpPr>
          <p:nvPr/>
        </p:nvSpPr>
        <p:spPr>
          <a:xfrm>
            <a:off x="8412480" y="1920240"/>
            <a:ext cx="2240279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Traffic LEDs /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Driver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2" name="Straight line"/>
          <p:cNvSpPr>
            <a:spLocks/>
          </p:cNvSpPr>
          <p:nvPr/>
        </p:nvSpPr>
        <p:spPr>
          <a:xfrm>
            <a:off x="2468880" y="2377440"/>
            <a:ext cx="457200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53" name="Straight line"/>
          <p:cNvSpPr>
            <a:spLocks/>
          </p:cNvSpPr>
          <p:nvPr/>
        </p:nvSpPr>
        <p:spPr>
          <a:xfrm>
            <a:off x="5166360" y="2377440"/>
            <a:ext cx="502919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54" name="Straight line"/>
          <p:cNvSpPr>
            <a:spLocks/>
          </p:cNvSpPr>
          <p:nvPr/>
        </p:nvSpPr>
        <p:spPr>
          <a:xfrm>
            <a:off x="7909560" y="2377440"/>
            <a:ext cx="502919" cy="0"/>
          </a:xfrm>
          <a:prstGeom prst="line">
            <a:avLst/>
          </a:prstGeom>
          <a:noFill/>
          <a:ln w="25400" cap="flat" cmpd="sng">
            <a:solidFill>
              <a:srgbClr val="5A626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55" name="Rounded rectangle"/>
          <p:cNvSpPr>
            <a:spLocks/>
          </p:cNvSpPr>
          <p:nvPr/>
        </p:nvSpPr>
        <p:spPr>
          <a:xfrm>
            <a:off x="4572000" y="3840480"/>
            <a:ext cx="3200400" cy="822960"/>
          </a:xfrm>
          <a:prstGeom prst="roundRect">
            <a:avLst>
              <a:gd name="adj" fmla="val 16666"/>
            </a:avLst>
          </a:prstGeom>
          <a:solidFill>
            <a:srgbClr val="F5F1DA"/>
          </a:solidFill>
          <a:ln w="19050" cap="flat" cmpd="sng">
            <a:solidFill>
              <a:srgbClr val="E2B53C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accent6">
                    <a:lumMod val="50000"/>
                  </a:schemeClr>
                </a:solidFill>
                <a:latin typeface="Calibri" charset="0"/>
                <a:ea typeface="宋体" charset="0"/>
                <a:cs typeface="Calibri" charset="0"/>
              </a:rPr>
              <a:t>CLOCK</a:t>
            </a:r>
            <a:endParaRPr lang="zh-CN" altLang="en-US" sz="1800" b="0" i="0" u="none" strike="noStrike" kern="1200" cap="none" spc="0" baseline="0" dirty="0">
              <a:solidFill>
                <a:schemeClr val="accent6">
                  <a:lumMod val="50000"/>
                </a:schemeClr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6" name="Straight line"/>
          <p:cNvSpPr>
            <a:spLocks/>
          </p:cNvSpPr>
          <p:nvPr/>
        </p:nvSpPr>
        <p:spPr>
          <a:xfrm flipV="1">
            <a:off x="6172200" y="2834640"/>
            <a:ext cx="0" cy="1005839"/>
          </a:xfrm>
          <a:prstGeom prst="line">
            <a:avLst/>
          </a:prstGeom>
          <a:noFill/>
          <a:ln w="25400" cap="flat" cmpd="sng">
            <a:solidFill>
              <a:srgbClr val="E2B53C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sp>
      <p:sp>
        <p:nvSpPr>
          <p:cNvPr id="157" name="Rectangle"/>
          <p:cNvSpPr>
            <a:spLocks/>
          </p:cNvSpPr>
          <p:nvPr/>
        </p:nvSpPr>
        <p:spPr>
          <a:xfrm>
            <a:off x="914400" y="4983480"/>
            <a:ext cx="10332720" cy="12376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Use switches to simulate traffic-density (D), pedestrian request (P) and emergency (E) inputs.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Use LEDs to display RED, YELLOW, GREEN and emergency state.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Apply RESET first, then change sensor conditions and observe transitions at clock edges.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Verify every state against the FSM table.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8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59" name="Rectangle"/>
          <p:cNvSpPr>
            <a:spLocks/>
          </p:cNvSpPr>
          <p:nvPr/>
        </p:nvSpPr>
        <p:spPr>
          <a:xfrm>
            <a:off x="11402187" y="6574535"/>
            <a:ext cx="302132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15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715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61" name="Rectangle"/>
          <p:cNvSpPr>
            <a:spLocks/>
          </p:cNvSpPr>
          <p:nvPr/>
        </p:nvSpPr>
        <p:spPr>
          <a:xfrm>
            <a:off x="502919" y="228600"/>
            <a:ext cx="4138041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Simulation Sequence / Expected Output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graphicFrame>
        <p:nvGraphicFramePr>
          <p:cNvPr id="162" name="Sheet"/>
          <p:cNvGraphicFramePr>
            <a:graphicFrameLocks noGrp="1"/>
          </p:cNvGraphicFramePr>
          <p:nvPr/>
        </p:nvGraphicFramePr>
        <p:xfrm>
          <a:off x="914400" y="1051560"/>
          <a:ext cx="10241228" cy="5029146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56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794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Clock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Traffic Condition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State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Signal Output</a:t>
                      </a:r>
                      <a:endParaRPr lang="zh-CN" altLang="en-US" sz="1200" b="1" i="0" u="none" strike="noStrike" kern="1200" cap="none" spc="0" baseline="0">
                        <a:solidFill>
                          <a:srgbClr val="FFFFFF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94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Initial / RESET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S0 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794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1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Normal traffic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S1 GREEN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GREEN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794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2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Green timer complete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S2 YELLOW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YELLOW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794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3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Yellow timer complete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S0 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794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4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Emergency detected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S3 EMERGENCY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Priority 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794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5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Emergency cleared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S0 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RED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794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6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High density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S1 GREEN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GREEN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794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7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Phase complete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S2 YELLOW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YELLOW</a:t>
                      </a:r>
                      <a:endParaRPr lang="zh-CN" altLang="en-US" sz="1200" b="0" i="0" u="none" strike="noStrike" kern="1200" cap="none" spc="0" baseline="0">
                        <a:solidFill>
                          <a:srgbClr val="000000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3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64" name="Rectangle"/>
          <p:cNvSpPr>
            <a:spLocks/>
          </p:cNvSpPr>
          <p:nvPr/>
        </p:nvSpPr>
        <p:spPr>
          <a:xfrm>
            <a:off x="11399901" y="6574535"/>
            <a:ext cx="304418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16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635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66" name="Rectangle"/>
          <p:cNvSpPr>
            <a:spLocks/>
          </p:cNvSpPr>
          <p:nvPr/>
        </p:nvSpPr>
        <p:spPr>
          <a:xfrm>
            <a:off x="502919" y="228600"/>
            <a:ext cx="4517517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Milestone: Working Sequential-Logic Fabric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7" name="Rounded rectangle"/>
          <p:cNvSpPr>
            <a:spLocks/>
          </p:cNvSpPr>
          <p:nvPr/>
        </p:nvSpPr>
        <p:spPr>
          <a:xfrm>
            <a:off x="731520" y="1280160"/>
            <a:ext cx="3291840" cy="914400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00B050"/>
                </a:solidFill>
                <a:latin typeface="Calibri" charset="0"/>
                <a:ea typeface="宋体" charset="0"/>
                <a:cs typeface="Calibri" charset="0"/>
              </a:rPr>
              <a:t>1. Working Register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00B050"/>
                </a:solidFill>
                <a:latin typeface="Calibri" charset="0"/>
                <a:ea typeface="宋体" charset="0"/>
                <a:cs typeface="Calibri" charset="0"/>
              </a:rPr>
              <a:t>Stores signal state</a:t>
            </a:r>
            <a:endParaRPr lang="zh-CN" altLang="en-US" sz="1800" b="0" i="0" u="none" strike="noStrike" kern="1200" cap="none" spc="0" baseline="0" dirty="0">
              <a:solidFill>
                <a:srgbClr val="00B05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8" name="Rounded rectangle"/>
          <p:cNvSpPr>
            <a:spLocks/>
          </p:cNvSpPr>
          <p:nvPr/>
        </p:nvSpPr>
        <p:spPr>
          <a:xfrm>
            <a:off x="4434840" y="1280160"/>
            <a:ext cx="3291840" cy="9144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2. Counter Pattern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Times each phase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9" name="Rounded rectangle"/>
          <p:cNvSpPr>
            <a:spLocks/>
          </p:cNvSpPr>
          <p:nvPr/>
        </p:nvSpPr>
        <p:spPr>
          <a:xfrm>
            <a:off x="8138160" y="1280160"/>
            <a:ext cx="3291840" cy="914400"/>
          </a:xfrm>
          <a:prstGeom prst="roundRect">
            <a:avLst>
              <a:gd name="adj" fmla="val 16666"/>
            </a:avLst>
          </a:prstGeom>
          <a:solidFill>
            <a:srgbClr val="F5F1DA"/>
          </a:solidFill>
          <a:ln w="19050" cap="flat" cmpd="sng">
            <a:solidFill>
              <a:srgbClr val="E2B53C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C000"/>
                </a:solidFill>
                <a:latin typeface="Calibri" charset="0"/>
                <a:ea typeface="宋体" charset="0"/>
                <a:cs typeface="Calibri" charset="0"/>
              </a:rPr>
              <a:t>3. Working FSM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C000"/>
                </a:solidFill>
                <a:latin typeface="Calibri" charset="0"/>
                <a:ea typeface="宋体" charset="0"/>
                <a:cs typeface="Calibri" charset="0"/>
              </a:rPr>
              <a:t>Controls signals</a:t>
            </a:r>
            <a:endParaRPr lang="zh-CN" altLang="en-US" sz="1800" b="0" i="0" u="none" strike="noStrike" kern="1200" cap="none" spc="0" baseline="0" dirty="0">
              <a:solidFill>
                <a:srgbClr val="FFC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70" name="Rectangle"/>
          <p:cNvSpPr>
            <a:spLocks/>
          </p:cNvSpPr>
          <p:nvPr/>
        </p:nvSpPr>
        <p:spPr>
          <a:xfrm>
            <a:off x="914400" y="2926080"/>
            <a:ext cx="10241281" cy="15519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Register → remembers the current traffic-signal state.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Clock/counter pattern → provides controlled phase timing.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FSM → converts sensor conditions into safe state transitions.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Together these form the memory-and-stepping fabric behind the intelligent traffic controller.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Sensors → FSM → Flip-Flops → Signal Lights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71" name="Rounded rectangle"/>
          <p:cNvSpPr>
            <a:spLocks/>
          </p:cNvSpPr>
          <p:nvPr/>
        </p:nvSpPr>
        <p:spPr>
          <a:xfrm>
            <a:off x="2743200" y="5074920"/>
            <a:ext cx="6675120" cy="822959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Sensors → FSM → Flip-Flops → Pump</a:t>
            </a:r>
            <a:endParaRPr lang="zh-CN" altLang="en-US" sz="2100" b="1" i="0" u="none" strike="noStrike" kern="1200" cap="none" spc="0" baseline="0">
              <a:solidFill>
                <a:srgbClr val="23282D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72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73" name="Rectangle"/>
          <p:cNvSpPr>
            <a:spLocks/>
          </p:cNvSpPr>
          <p:nvPr/>
        </p:nvSpPr>
        <p:spPr>
          <a:xfrm>
            <a:off x="11406759" y="6574535"/>
            <a:ext cx="297561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17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951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75" name="Rectangle"/>
          <p:cNvSpPr>
            <a:spLocks/>
          </p:cNvSpPr>
          <p:nvPr/>
        </p:nvSpPr>
        <p:spPr>
          <a:xfrm>
            <a:off x="502919" y="228600"/>
            <a:ext cx="4055745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Advantages, Applications &amp; Limitations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76" name="Rounded rectangle"/>
          <p:cNvSpPr>
            <a:spLocks/>
          </p:cNvSpPr>
          <p:nvPr/>
        </p:nvSpPr>
        <p:spPr>
          <a:xfrm>
            <a:off x="640080" y="1143000"/>
            <a:ext cx="3474720" cy="68580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Advantages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77" name="Rectangle"/>
          <p:cNvSpPr>
            <a:spLocks/>
          </p:cNvSpPr>
          <p:nvPr/>
        </p:nvSpPr>
        <p:spPr>
          <a:xfrm>
            <a:off x="822960" y="1965960"/>
            <a:ext cx="3108960" cy="25711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Automatic signal sequencing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Better response to changing traffic conditions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Emergency priority can be included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Reduced manual monitoring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Easy digital simulation and verification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78" name="Rounded rectangle"/>
          <p:cNvSpPr>
            <a:spLocks/>
          </p:cNvSpPr>
          <p:nvPr/>
        </p:nvSpPr>
        <p:spPr>
          <a:xfrm>
            <a:off x="4343400" y="1143000"/>
            <a:ext cx="3474720" cy="685800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Applications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79" name="Rectangle"/>
          <p:cNvSpPr>
            <a:spLocks/>
          </p:cNvSpPr>
          <p:nvPr/>
        </p:nvSpPr>
        <p:spPr>
          <a:xfrm>
            <a:off x="4526280" y="1965960"/>
            <a:ext cx="3108959" cy="2304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Smart city intersections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Busy junctions and highways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School and hospital zones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Emergency vehicle priority systems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Traffic-management prototypes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0" name="Rounded rectangle"/>
          <p:cNvSpPr>
            <a:spLocks/>
          </p:cNvSpPr>
          <p:nvPr/>
        </p:nvSpPr>
        <p:spPr>
          <a:xfrm>
            <a:off x="8046719" y="1143000"/>
            <a:ext cx="3474720" cy="685800"/>
          </a:xfrm>
          <a:prstGeom prst="roundRect">
            <a:avLst>
              <a:gd name="adj" fmla="val 16666"/>
            </a:avLst>
          </a:prstGeom>
          <a:solidFill>
            <a:srgbClr val="F5E5E5"/>
          </a:solidFill>
          <a:ln w="19050" cap="flat" cmpd="sng">
            <a:solidFill>
              <a:srgbClr val="BE4141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Limitations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1" name="Rectangle"/>
          <p:cNvSpPr>
            <a:spLocks/>
          </p:cNvSpPr>
          <p:nvPr/>
        </p:nvSpPr>
        <p:spPr>
          <a:xfrm>
            <a:off x="8229600" y="1965960"/>
            <a:ext cx="3108960" cy="28378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Sensor faults can affect decisions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Clock/timer design affects response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Driver and electrical isolation are required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Poor sensor placement affects accuracy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Real intersections need additional safety and coordination logic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2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83" name="Rectangle"/>
          <p:cNvSpPr>
            <a:spLocks/>
          </p:cNvSpPr>
          <p:nvPr/>
        </p:nvSpPr>
        <p:spPr>
          <a:xfrm>
            <a:off x="11402187" y="6574535"/>
            <a:ext cx="302132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18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3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"/>
          <p:cNvSpPr>
            <a:spLocks/>
          </p:cNvSpPr>
          <p:nvPr/>
        </p:nvSpPr>
        <p:spPr>
          <a:xfrm>
            <a:off x="0" y="0"/>
            <a:ext cx="12191694" cy="6858000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85" name="Rectangle"/>
          <p:cNvSpPr>
            <a:spLocks/>
          </p:cNvSpPr>
          <p:nvPr/>
        </p:nvSpPr>
        <p:spPr>
          <a:xfrm>
            <a:off x="502919" y="228600"/>
            <a:ext cx="1298828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Conclusion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6" name="Rounded rectangle"/>
          <p:cNvSpPr>
            <a:spLocks/>
          </p:cNvSpPr>
          <p:nvPr/>
        </p:nvSpPr>
        <p:spPr>
          <a:xfrm>
            <a:off x="914400" y="1325880"/>
            <a:ext cx="10332720" cy="1051559"/>
          </a:xfrm>
          <a:prstGeom prst="roundRect">
            <a:avLst>
              <a:gd name="adj" fmla="val 16666"/>
            </a:avLst>
          </a:prstGeom>
          <a:solidFill>
            <a:srgbClr val="DEEFE7"/>
          </a:solidFill>
          <a:ln w="19050" cap="flat" cmpd="sng">
            <a:solidFill>
              <a:srgbClr val="368558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Intelligent Traffic Signal = Sensors + Memory + Clock + FSM + Signal Control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7" name="Rectangle"/>
          <p:cNvSpPr>
            <a:spLocks/>
          </p:cNvSpPr>
          <p:nvPr/>
        </p:nvSpPr>
        <p:spPr>
          <a:xfrm>
            <a:off x="1005839" y="2880360"/>
            <a:ext cx="10149840" cy="20853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82D"/>
                </a:solidFill>
                <a:latin typeface="Calibri" charset="0"/>
                <a:ea typeface="宋体" charset="0"/>
                <a:cs typeface="Calibri" charset="0"/>
              </a:rPr>
              <a:t>• Sequential logic allows the controller to remember its current traffic-signal state.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D flip-flops store the state, while combinational logic determines the next state.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Counters/timing provide controlled signal durations.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The FSM coordinates RED, GREEN, YELLOW and emergency-priority transitions.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Simulation and truth/state tables verify that the designed outputs follow the required logic.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• The system can be extended with more lanes, IoT monitoring, camera detection and adaptive timing.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8" name="Rounded rectangle"/>
          <p:cNvSpPr>
            <a:spLocks/>
          </p:cNvSpPr>
          <p:nvPr/>
        </p:nvSpPr>
        <p:spPr>
          <a:xfrm>
            <a:off x="3108960" y="5166360"/>
            <a:ext cx="5943599" cy="777240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9050" cap="flat" cmpd="sng">
            <a:solidFill>
              <a:srgbClr val="2B6DB0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2"/>
                </a:solidFill>
                <a:latin typeface="Calibri" charset="0"/>
                <a:ea typeface="宋体" charset="0"/>
                <a:cs typeface="Calibri" charset="0"/>
              </a:rPr>
              <a:t>Sense → Remember → Decide → Control</a:t>
            </a:r>
            <a:endParaRPr lang="zh-CN" altLang="en-US" sz="1800" b="0" i="0" u="none" strike="noStrike" kern="1200" cap="none" spc="0" baseline="0" dirty="0">
              <a:solidFill>
                <a:schemeClr val="tx2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9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90" name="Rectangle"/>
          <p:cNvSpPr>
            <a:spLocks/>
          </p:cNvSpPr>
          <p:nvPr/>
        </p:nvSpPr>
        <p:spPr>
          <a:xfrm>
            <a:off x="11399901" y="6574535"/>
            <a:ext cx="304418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19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05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"/>
          <p:cNvSpPr>
            <a:spLocks/>
          </p:cNvSpPr>
          <p:nvPr/>
        </p:nvSpPr>
        <p:spPr>
          <a:xfrm>
            <a:off x="0" y="-19664"/>
            <a:ext cx="12191694" cy="6858000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92" name="Rectangle"/>
          <p:cNvSpPr>
            <a:spLocks/>
          </p:cNvSpPr>
          <p:nvPr/>
        </p:nvSpPr>
        <p:spPr>
          <a:xfrm>
            <a:off x="4116727" y="1920240"/>
            <a:ext cx="3928063" cy="9233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bg1"/>
                </a:solidFill>
                <a:latin typeface="Calibri" charset="0"/>
                <a:ea typeface="宋体" charset="0"/>
                <a:cs typeface="Calibri" charset="0"/>
              </a:rPr>
              <a:t>THANK YOU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bg1"/>
                </a:solidFill>
                <a:latin typeface="Calibri" charset="0"/>
                <a:ea typeface="宋体" charset="0"/>
                <a:cs typeface="Calibri" charset="0"/>
              </a:rPr>
              <a:t>Questions?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bg1"/>
                </a:solidFill>
                <a:latin typeface="Calibri" charset="0"/>
                <a:ea typeface="宋体" charset="0"/>
                <a:cs typeface="Calibri" charset="0"/>
              </a:rPr>
              <a:t>Intelligent Traffic Signal Decision System</a:t>
            </a:r>
            <a:endParaRPr lang="zh-CN" altLang="en-US" sz="1800" b="0" i="0" u="none" strike="noStrike" kern="1200" cap="none" spc="0" baseline="0" dirty="0">
              <a:solidFill>
                <a:schemeClr val="bg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93" name="Rectangle"/>
          <p:cNvSpPr>
            <a:spLocks/>
          </p:cNvSpPr>
          <p:nvPr/>
        </p:nvSpPr>
        <p:spPr>
          <a:xfrm>
            <a:off x="0" y="6565392"/>
            <a:ext cx="12191694" cy="292607"/>
          </a:xfrm>
          <a:prstGeom prst="rect">
            <a:avLst/>
          </a:prstGeom>
          <a:solidFill>
            <a:srgbClr val="182F50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194" name="Rectangle"/>
          <p:cNvSpPr>
            <a:spLocks/>
          </p:cNvSpPr>
          <p:nvPr/>
        </p:nvSpPr>
        <p:spPr>
          <a:xfrm>
            <a:off x="11377042" y="6574535"/>
            <a:ext cx="327278" cy="2152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20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452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19</TotalTime>
  <Words>1389</Words>
  <Application>Microsoft Office PowerPoint</Application>
  <PresentationFormat>Widescreen</PresentationFormat>
  <Paragraphs>307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Droid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cp:lastModifiedBy>sowmya d</cp:lastModifiedBy>
  <cp:revision>2</cp:revision>
  <dcterms:created xsi:type="dcterms:W3CDTF">2013-01-27T09:14:16Z</dcterms:created>
  <dcterms:modified xsi:type="dcterms:W3CDTF">2026-10-02T11:09:50Z</dcterms:modified>
</cp:coreProperties>
</file>